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56" r:id="rId3"/>
    <p:sldId id="283" r:id="rId4"/>
    <p:sldId id="284" r:id="rId5"/>
    <p:sldId id="272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42" autoAdjust="0"/>
  </p:normalViewPr>
  <p:slideViewPr>
    <p:cSldViewPr snapToGrid="0">
      <p:cViewPr>
        <p:scale>
          <a:sx n="66" d="100"/>
          <a:sy n="66" d="100"/>
        </p:scale>
        <p:origin x="232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ртём Ишманов" userId="2d0ed64cc875ec4e" providerId="LiveId" clId="{62CB0C9B-FC33-46CD-9D0C-86349D9DF6B7}"/>
    <pc:docChg chg="undo custSel addSld delSld modSld sldOrd addSection delSection modSection">
      <pc:chgData name="Артём Ишманов" userId="2d0ed64cc875ec4e" providerId="LiveId" clId="{62CB0C9B-FC33-46CD-9D0C-86349D9DF6B7}" dt="2026-01-14T05:20:31.215" v="140" actId="14100"/>
      <pc:docMkLst>
        <pc:docMk/>
      </pc:docMkLst>
      <pc:sldChg chg="addSp modSp">
        <pc:chgData name="Артём Ишманов" userId="2d0ed64cc875ec4e" providerId="LiveId" clId="{62CB0C9B-FC33-46CD-9D0C-86349D9DF6B7}" dt="2026-01-14T05:04:38.016" v="0"/>
        <pc:sldMkLst>
          <pc:docMk/>
          <pc:sldMk cId="3321502317" sldId="256"/>
        </pc:sldMkLst>
        <pc:spChg chg="add mod">
          <ac:chgData name="Артём Ишманов" userId="2d0ed64cc875ec4e" providerId="LiveId" clId="{62CB0C9B-FC33-46CD-9D0C-86349D9DF6B7}" dt="2026-01-14T05:04:38.016" v="0"/>
          <ac:spMkLst>
            <pc:docMk/>
            <pc:sldMk cId="3321502317" sldId="256"/>
            <ac:spMk id="4" creationId="{5EA77C41-AE4E-0CE6-E4B5-CF13E2754944}"/>
          </ac:spMkLst>
        </pc:spChg>
        <pc:spChg chg="add mod">
          <ac:chgData name="Артём Ишманов" userId="2d0ed64cc875ec4e" providerId="LiveId" clId="{62CB0C9B-FC33-46CD-9D0C-86349D9DF6B7}" dt="2026-01-14T05:04:38.016" v="0"/>
          <ac:spMkLst>
            <pc:docMk/>
            <pc:sldMk cId="3321502317" sldId="256"/>
            <ac:spMk id="5" creationId="{F4BB35DB-0767-AF81-87A9-2CA17F73C0A2}"/>
          </ac:spMkLst>
        </pc:spChg>
      </pc:sldChg>
      <pc:sldChg chg="del">
        <pc:chgData name="Артём Ишманов" userId="2d0ed64cc875ec4e" providerId="LiveId" clId="{62CB0C9B-FC33-46CD-9D0C-86349D9DF6B7}" dt="2026-01-14T05:08:37.425" v="26" actId="47"/>
        <pc:sldMkLst>
          <pc:docMk/>
          <pc:sldMk cId="871756770" sldId="257"/>
        </pc:sldMkLst>
      </pc:sldChg>
      <pc:sldChg chg="del">
        <pc:chgData name="Артём Ишманов" userId="2d0ed64cc875ec4e" providerId="LiveId" clId="{62CB0C9B-FC33-46CD-9D0C-86349D9DF6B7}" dt="2026-01-14T05:09:24.835" v="29" actId="2696"/>
        <pc:sldMkLst>
          <pc:docMk/>
          <pc:sldMk cId="2175441689" sldId="258"/>
        </pc:sldMkLst>
      </pc:sldChg>
      <pc:sldChg chg="add del">
        <pc:chgData name="Артём Ишманов" userId="2d0ed64cc875ec4e" providerId="LiveId" clId="{62CB0C9B-FC33-46CD-9D0C-86349D9DF6B7}" dt="2026-01-14T05:12:13.821" v="52" actId="47"/>
        <pc:sldMkLst>
          <pc:docMk/>
          <pc:sldMk cId="1898770693" sldId="259"/>
        </pc:sldMkLst>
      </pc:sldChg>
      <pc:sldChg chg="del">
        <pc:chgData name="Артём Ишманов" userId="2d0ed64cc875ec4e" providerId="LiveId" clId="{62CB0C9B-FC33-46CD-9D0C-86349D9DF6B7}" dt="2026-01-14T05:13:12.723" v="61" actId="47"/>
        <pc:sldMkLst>
          <pc:docMk/>
          <pc:sldMk cId="2246140808" sldId="260"/>
        </pc:sldMkLst>
      </pc:sldChg>
      <pc:sldChg chg="addSp modSp del">
        <pc:chgData name="Артём Ишманов" userId="2d0ed64cc875ec4e" providerId="LiveId" clId="{62CB0C9B-FC33-46CD-9D0C-86349D9DF6B7}" dt="2026-01-14T05:13:29.078" v="65" actId="47"/>
        <pc:sldMkLst>
          <pc:docMk/>
          <pc:sldMk cId="2018788377" sldId="261"/>
        </pc:sldMkLst>
        <pc:spChg chg="add mod">
          <ac:chgData name="Артём Ишманов" userId="2d0ed64cc875ec4e" providerId="LiveId" clId="{62CB0C9B-FC33-46CD-9D0C-86349D9DF6B7}" dt="2026-01-14T05:13:23.698" v="63"/>
          <ac:spMkLst>
            <pc:docMk/>
            <pc:sldMk cId="2018788377" sldId="261"/>
            <ac:spMk id="3" creationId="{0139EE49-B649-E0F2-C82A-793D0B695C4A}"/>
          </ac:spMkLst>
        </pc:spChg>
        <pc:picChg chg="add mod">
          <ac:chgData name="Артём Ишманов" userId="2d0ed64cc875ec4e" providerId="LiveId" clId="{62CB0C9B-FC33-46CD-9D0C-86349D9DF6B7}" dt="2026-01-14T05:13:21.880" v="62"/>
          <ac:picMkLst>
            <pc:docMk/>
            <pc:sldMk cId="2018788377" sldId="261"/>
            <ac:picMk id="5" creationId="{C8FF72AC-CD8C-9A81-796B-86BB7DEBDD93}"/>
          </ac:picMkLst>
        </pc:picChg>
      </pc:sldChg>
      <pc:sldChg chg="del ord">
        <pc:chgData name="Артём Ишманов" userId="2d0ed64cc875ec4e" providerId="LiveId" clId="{62CB0C9B-FC33-46CD-9D0C-86349D9DF6B7}" dt="2026-01-14T05:16:40.350" v="105" actId="47"/>
        <pc:sldMkLst>
          <pc:docMk/>
          <pc:sldMk cId="1617994087" sldId="262"/>
        </pc:sldMkLst>
      </pc:sldChg>
      <pc:sldChg chg="del ord">
        <pc:chgData name="Артём Ишманов" userId="2d0ed64cc875ec4e" providerId="LiveId" clId="{62CB0C9B-FC33-46CD-9D0C-86349D9DF6B7}" dt="2026-01-14T05:17:01.393" v="112" actId="47"/>
        <pc:sldMkLst>
          <pc:docMk/>
          <pc:sldMk cId="1761768389" sldId="263"/>
        </pc:sldMkLst>
      </pc:sldChg>
      <pc:sldChg chg="del">
        <pc:chgData name="Артём Ишманов" userId="2d0ed64cc875ec4e" providerId="LiveId" clId="{62CB0C9B-FC33-46CD-9D0C-86349D9DF6B7}" dt="2026-01-14T05:14:50.865" v="72" actId="47"/>
        <pc:sldMkLst>
          <pc:docMk/>
          <pc:sldMk cId="1150809130" sldId="265"/>
        </pc:sldMkLst>
      </pc:sldChg>
      <pc:sldChg chg="del">
        <pc:chgData name="Артём Ишманов" userId="2d0ed64cc875ec4e" providerId="LiveId" clId="{62CB0C9B-FC33-46CD-9D0C-86349D9DF6B7}" dt="2026-01-14T05:15:19.339" v="79" actId="47"/>
        <pc:sldMkLst>
          <pc:docMk/>
          <pc:sldMk cId="3953583555" sldId="266"/>
        </pc:sldMkLst>
      </pc:sldChg>
      <pc:sldChg chg="del ord">
        <pc:chgData name="Артём Ишманов" userId="2d0ed64cc875ec4e" providerId="LiveId" clId="{62CB0C9B-FC33-46CD-9D0C-86349D9DF6B7}" dt="2026-01-14T05:15:51.939" v="91" actId="47"/>
        <pc:sldMkLst>
          <pc:docMk/>
          <pc:sldMk cId="1996227328" sldId="267"/>
        </pc:sldMkLst>
      </pc:sldChg>
      <pc:sldChg chg="del ord">
        <pc:chgData name="Артём Ишманов" userId="2d0ed64cc875ec4e" providerId="LiveId" clId="{62CB0C9B-FC33-46CD-9D0C-86349D9DF6B7}" dt="2026-01-14T05:16:12.816" v="98" actId="47"/>
        <pc:sldMkLst>
          <pc:docMk/>
          <pc:sldMk cId="3541544170" sldId="268"/>
        </pc:sldMkLst>
      </pc:sldChg>
      <pc:sldChg chg="del ord">
        <pc:chgData name="Артём Ишманов" userId="2d0ed64cc875ec4e" providerId="LiveId" clId="{62CB0C9B-FC33-46CD-9D0C-86349D9DF6B7}" dt="2026-01-14T05:17:28.194" v="120" actId="47"/>
        <pc:sldMkLst>
          <pc:docMk/>
          <pc:sldMk cId="2568369232" sldId="269"/>
        </pc:sldMkLst>
      </pc:sldChg>
      <pc:sldChg chg="del">
        <pc:chgData name="Артём Ишманов" userId="2d0ed64cc875ec4e" providerId="LiveId" clId="{62CB0C9B-FC33-46CD-9D0C-86349D9DF6B7}" dt="2026-01-14T05:04:43.355" v="1" actId="47"/>
        <pc:sldMkLst>
          <pc:docMk/>
          <pc:sldMk cId="2476608999" sldId="271"/>
        </pc:sldMkLst>
      </pc:sldChg>
      <pc:sldChg chg="addSp delSp modSp add del mod">
        <pc:chgData name="Артём Ишманов" userId="2d0ed64cc875ec4e" providerId="LiveId" clId="{62CB0C9B-FC33-46CD-9D0C-86349D9DF6B7}" dt="2026-01-14T05:12:47.719" v="55"/>
        <pc:sldMkLst>
          <pc:docMk/>
          <pc:sldMk cId="1600220675" sldId="272"/>
        </pc:sldMkLst>
        <pc:spChg chg="del">
          <ac:chgData name="Артём Ишманов" userId="2d0ed64cc875ec4e" providerId="LiveId" clId="{62CB0C9B-FC33-46CD-9D0C-86349D9DF6B7}" dt="2026-01-14T05:12:08.452" v="50" actId="478"/>
          <ac:spMkLst>
            <pc:docMk/>
            <pc:sldMk cId="1600220675" sldId="272"/>
            <ac:spMk id="2" creationId="{00000000-0000-0000-0000-000000000000}"/>
          </ac:spMkLst>
        </pc:spChg>
        <pc:spChg chg="del">
          <ac:chgData name="Артём Ишманов" userId="2d0ed64cc875ec4e" providerId="LiveId" clId="{62CB0C9B-FC33-46CD-9D0C-86349D9DF6B7}" dt="2026-01-14T05:12:08.452" v="50" actId="478"/>
          <ac:spMkLst>
            <pc:docMk/>
            <pc:sldMk cId="1600220675" sldId="272"/>
            <ac:spMk id="3" creationId="{00000000-0000-0000-0000-000000000000}"/>
          </ac:spMkLst>
        </pc:spChg>
        <pc:spChg chg="add del mod">
          <ac:chgData name="Артём Ишманов" userId="2d0ed64cc875ec4e" providerId="LiveId" clId="{62CB0C9B-FC33-46CD-9D0C-86349D9DF6B7}" dt="2026-01-14T05:12:08.452" v="50" actId="478"/>
          <ac:spMkLst>
            <pc:docMk/>
            <pc:sldMk cId="1600220675" sldId="272"/>
            <ac:spMk id="4" creationId="{F12867A2-C190-FBEF-C49B-900AF13E55B7}"/>
          </ac:spMkLst>
        </pc:spChg>
        <pc:spChg chg="add del mod">
          <ac:chgData name="Артём Ишманов" userId="2d0ed64cc875ec4e" providerId="LiveId" clId="{62CB0C9B-FC33-46CD-9D0C-86349D9DF6B7}" dt="2026-01-14T05:12:11.231" v="51" actId="478"/>
          <ac:spMkLst>
            <pc:docMk/>
            <pc:sldMk cId="1600220675" sldId="272"/>
            <ac:spMk id="8" creationId="{5DFD5CF6-776D-1EA8-1963-71F3CE541D1C}"/>
          </ac:spMkLst>
        </pc:spChg>
        <pc:spChg chg="add del mod">
          <ac:chgData name="Артём Ишманов" userId="2d0ed64cc875ec4e" providerId="LiveId" clId="{62CB0C9B-FC33-46CD-9D0C-86349D9DF6B7}" dt="2026-01-14T05:12:11.231" v="51" actId="478"/>
          <ac:spMkLst>
            <pc:docMk/>
            <pc:sldMk cId="1600220675" sldId="272"/>
            <ac:spMk id="10" creationId="{9375AF0A-44CD-E539-6277-F646B506D90D}"/>
          </ac:spMkLst>
        </pc:spChg>
        <pc:spChg chg="add mod">
          <ac:chgData name="Артём Ишманов" userId="2d0ed64cc875ec4e" providerId="LiveId" clId="{62CB0C9B-FC33-46CD-9D0C-86349D9DF6B7}" dt="2026-01-14T05:12:17.153" v="53"/>
          <ac:spMkLst>
            <pc:docMk/>
            <pc:sldMk cId="1600220675" sldId="272"/>
            <ac:spMk id="11" creationId="{FB90EAF4-725C-FAC9-75C9-92239576A74F}"/>
          </ac:spMkLst>
        </pc:spChg>
        <pc:spChg chg="add mod">
          <ac:chgData name="Артём Ишманов" userId="2d0ed64cc875ec4e" providerId="LiveId" clId="{62CB0C9B-FC33-46CD-9D0C-86349D9DF6B7}" dt="2026-01-14T05:12:47.719" v="55"/>
          <ac:spMkLst>
            <pc:docMk/>
            <pc:sldMk cId="1600220675" sldId="272"/>
            <ac:spMk id="13" creationId="{6F278890-93D8-1CD5-6E0B-B6323BDBB497}"/>
          </ac:spMkLst>
        </pc:spChg>
        <pc:spChg chg="add mod">
          <ac:chgData name="Артём Ишманов" userId="2d0ed64cc875ec4e" providerId="LiveId" clId="{62CB0C9B-FC33-46CD-9D0C-86349D9DF6B7}" dt="2026-01-14T05:12:47.719" v="55"/>
          <ac:spMkLst>
            <pc:docMk/>
            <pc:sldMk cId="1600220675" sldId="272"/>
            <ac:spMk id="14" creationId="{63C6E7E6-F5B1-D37F-11D1-690FC017BA2B}"/>
          </ac:spMkLst>
        </pc:spChg>
        <pc:picChg chg="del">
          <ac:chgData name="Артём Ишманов" userId="2d0ed64cc875ec4e" providerId="LiveId" clId="{62CB0C9B-FC33-46CD-9D0C-86349D9DF6B7}" dt="2026-01-14T05:12:08.452" v="50" actId="478"/>
          <ac:picMkLst>
            <pc:docMk/>
            <pc:sldMk cId="1600220675" sldId="272"/>
            <ac:picMk id="5" creationId="{261C2987-FF8C-4C4C-897D-1395F76EBE5D}"/>
          </ac:picMkLst>
        </pc:picChg>
        <pc:picChg chg="add del mod">
          <ac:chgData name="Артём Ишманов" userId="2d0ed64cc875ec4e" providerId="LiveId" clId="{62CB0C9B-FC33-46CD-9D0C-86349D9DF6B7}" dt="2026-01-14T05:12:08.452" v="50" actId="478"/>
          <ac:picMkLst>
            <pc:docMk/>
            <pc:sldMk cId="1600220675" sldId="272"/>
            <ac:picMk id="6" creationId="{F8251EE8-81CB-0DC4-AE30-398DBE7DD21F}"/>
          </ac:picMkLst>
        </pc:picChg>
        <pc:picChg chg="add mod">
          <ac:chgData name="Артём Ишманов" userId="2d0ed64cc875ec4e" providerId="LiveId" clId="{62CB0C9B-FC33-46CD-9D0C-86349D9DF6B7}" dt="2026-01-14T05:12:17.153" v="53"/>
          <ac:picMkLst>
            <pc:docMk/>
            <pc:sldMk cId="1600220675" sldId="272"/>
            <ac:picMk id="12" creationId="{895B2CAA-8FD1-341C-C86B-F88F68F77EB7}"/>
          </ac:picMkLst>
        </pc:picChg>
        <pc:picChg chg="add mod">
          <ac:chgData name="Артём Ишманов" userId="2d0ed64cc875ec4e" providerId="LiveId" clId="{62CB0C9B-FC33-46CD-9D0C-86349D9DF6B7}" dt="2026-01-14T05:12:47.719" v="55"/>
          <ac:picMkLst>
            <pc:docMk/>
            <pc:sldMk cId="1600220675" sldId="272"/>
            <ac:picMk id="15" creationId="{89F31F60-9C90-23B5-D7F6-40969F97D24D}"/>
          </ac:picMkLst>
        </pc:picChg>
      </pc:sldChg>
      <pc:sldChg chg="del">
        <pc:chgData name="Артём Ишманов" userId="2d0ed64cc875ec4e" providerId="LiveId" clId="{62CB0C9B-FC33-46CD-9D0C-86349D9DF6B7}" dt="2026-01-14T05:12:24.570" v="54" actId="47"/>
        <pc:sldMkLst>
          <pc:docMk/>
          <pc:sldMk cId="2119651990" sldId="273"/>
        </pc:sldMkLst>
      </pc:sldChg>
      <pc:sldChg chg="del">
        <pc:chgData name="Артём Ишманов" userId="2d0ed64cc875ec4e" providerId="LiveId" clId="{62CB0C9B-FC33-46CD-9D0C-86349D9DF6B7}" dt="2026-01-14T05:12:57.968" v="56" actId="47"/>
        <pc:sldMkLst>
          <pc:docMk/>
          <pc:sldMk cId="561816294" sldId="274"/>
        </pc:sldMkLst>
      </pc:sldChg>
      <pc:sldChg chg="del">
        <pc:chgData name="Артём Ишманов" userId="2d0ed64cc875ec4e" providerId="LiveId" clId="{62CB0C9B-FC33-46CD-9D0C-86349D9DF6B7}" dt="2026-01-14T05:13:46.478" v="70" actId="47"/>
        <pc:sldMkLst>
          <pc:docMk/>
          <pc:sldMk cId="3515827317" sldId="275"/>
        </pc:sldMkLst>
      </pc:sldChg>
      <pc:sldChg chg="del">
        <pc:chgData name="Артём Ишманов" userId="2d0ed64cc875ec4e" providerId="LiveId" clId="{62CB0C9B-FC33-46CD-9D0C-86349D9DF6B7}" dt="2026-01-14T05:15:07.230" v="77" actId="47"/>
        <pc:sldMkLst>
          <pc:docMk/>
          <pc:sldMk cId="226828414" sldId="276"/>
        </pc:sldMkLst>
      </pc:sldChg>
      <pc:sldChg chg="del ord">
        <pc:chgData name="Артём Ишманов" userId="2d0ed64cc875ec4e" providerId="LiveId" clId="{62CB0C9B-FC33-46CD-9D0C-86349D9DF6B7}" dt="2026-01-14T05:15:41.327" v="89" actId="47"/>
        <pc:sldMkLst>
          <pc:docMk/>
          <pc:sldMk cId="644386727" sldId="277"/>
        </pc:sldMkLst>
      </pc:sldChg>
      <pc:sldChg chg="del ord">
        <pc:chgData name="Артём Ишманов" userId="2d0ed64cc875ec4e" providerId="LiveId" clId="{62CB0C9B-FC33-46CD-9D0C-86349D9DF6B7}" dt="2026-01-14T05:16:03.385" v="96" actId="47"/>
        <pc:sldMkLst>
          <pc:docMk/>
          <pc:sldMk cId="2477041185" sldId="278"/>
        </pc:sldMkLst>
      </pc:sldChg>
      <pc:sldChg chg="del ord">
        <pc:chgData name="Артём Ишманов" userId="2d0ed64cc875ec4e" providerId="LiveId" clId="{62CB0C9B-FC33-46CD-9D0C-86349D9DF6B7}" dt="2026-01-14T05:16:28.992" v="103" actId="47"/>
        <pc:sldMkLst>
          <pc:docMk/>
          <pc:sldMk cId="747886099" sldId="279"/>
        </pc:sldMkLst>
      </pc:sldChg>
      <pc:sldChg chg="del ord">
        <pc:chgData name="Артём Ишманов" userId="2d0ed64cc875ec4e" providerId="LiveId" clId="{62CB0C9B-FC33-46CD-9D0C-86349D9DF6B7}" dt="2026-01-14T05:16:51.763" v="110" actId="47"/>
        <pc:sldMkLst>
          <pc:docMk/>
          <pc:sldMk cId="4200642392" sldId="280"/>
        </pc:sldMkLst>
      </pc:sldChg>
      <pc:sldChg chg="addSp modSp del ord">
        <pc:chgData name="Артём Ишманов" userId="2d0ed64cc875ec4e" providerId="LiveId" clId="{62CB0C9B-FC33-46CD-9D0C-86349D9DF6B7}" dt="2026-01-14T05:17:17.823" v="119" actId="47"/>
        <pc:sldMkLst>
          <pc:docMk/>
          <pc:sldMk cId="4160374683" sldId="281"/>
        </pc:sldMkLst>
        <pc:spChg chg="add mod">
          <ac:chgData name="Артём Ишманов" userId="2d0ed64cc875ec4e" providerId="LiveId" clId="{62CB0C9B-FC33-46CD-9D0C-86349D9DF6B7}" dt="2026-01-14T05:17:15.126" v="117"/>
          <ac:spMkLst>
            <pc:docMk/>
            <pc:sldMk cId="4160374683" sldId="281"/>
            <ac:spMk id="4" creationId="{56CE4AE5-F130-2917-0056-58A2EFC15AE9}"/>
          </ac:spMkLst>
        </pc:spChg>
        <pc:spChg chg="add mod">
          <ac:chgData name="Артём Ишманов" userId="2d0ed64cc875ec4e" providerId="LiveId" clId="{62CB0C9B-FC33-46CD-9D0C-86349D9DF6B7}" dt="2026-01-14T05:17:15.126" v="117"/>
          <ac:spMkLst>
            <pc:docMk/>
            <pc:sldMk cId="4160374683" sldId="281"/>
            <ac:spMk id="5" creationId="{1B3A41E6-878C-82EF-636B-A5B3E663B7D4}"/>
          </ac:spMkLst>
        </pc:spChg>
      </pc:sldChg>
      <pc:sldChg chg="add del ord">
        <pc:chgData name="Артём Ишманов" userId="2d0ed64cc875ec4e" providerId="LiveId" clId="{62CB0C9B-FC33-46CD-9D0C-86349D9DF6B7}" dt="2026-01-14T05:18:00.193" v="130" actId="47"/>
        <pc:sldMkLst>
          <pc:docMk/>
          <pc:sldMk cId="2591066705" sldId="282"/>
        </pc:sldMkLst>
      </pc:sldChg>
      <pc:sldChg chg="addSp delSp modSp add mod">
        <pc:chgData name="Артём Ишманов" userId="2d0ed64cc875ec4e" providerId="LiveId" clId="{62CB0C9B-FC33-46CD-9D0C-86349D9DF6B7}" dt="2026-01-14T05:11:44.933" v="48" actId="108"/>
        <pc:sldMkLst>
          <pc:docMk/>
          <pc:sldMk cId="4237542953" sldId="283"/>
        </pc:sldMkLst>
        <pc:spChg chg="del mod">
          <ac:chgData name="Артём Ишманов" userId="2d0ed64cc875ec4e" providerId="LiveId" clId="{62CB0C9B-FC33-46CD-9D0C-86349D9DF6B7}" dt="2026-01-14T05:06:34.377" v="7" actId="478"/>
          <ac:spMkLst>
            <pc:docMk/>
            <pc:sldMk cId="4237542953" sldId="283"/>
            <ac:spMk id="2" creationId="{00000000-0000-0000-0000-000000000000}"/>
          </ac:spMkLst>
        </pc:spChg>
        <pc:spChg chg="del mod">
          <ac:chgData name="Артём Ишманов" userId="2d0ed64cc875ec4e" providerId="LiveId" clId="{62CB0C9B-FC33-46CD-9D0C-86349D9DF6B7}" dt="2026-01-14T05:06:35.701" v="8" actId="478"/>
          <ac:spMkLst>
            <pc:docMk/>
            <pc:sldMk cId="4237542953" sldId="283"/>
            <ac:spMk id="3" creationId="{00000000-0000-0000-0000-000000000000}"/>
          </ac:spMkLst>
        </pc:spChg>
        <pc:spChg chg="del mod">
          <ac:chgData name="Артём Ишманов" userId="2d0ed64cc875ec4e" providerId="LiveId" clId="{62CB0C9B-FC33-46CD-9D0C-86349D9DF6B7}" dt="2026-01-14T05:07:09.771" v="15" actId="478"/>
          <ac:spMkLst>
            <pc:docMk/>
            <pc:sldMk cId="4237542953" sldId="283"/>
            <ac:spMk id="4" creationId="{5EA77C41-AE4E-0CE6-E4B5-CF13E2754944}"/>
          </ac:spMkLst>
        </pc:spChg>
        <pc:spChg chg="del mod">
          <ac:chgData name="Артём Ишманов" userId="2d0ed64cc875ec4e" providerId="LiveId" clId="{62CB0C9B-FC33-46CD-9D0C-86349D9DF6B7}" dt="2026-01-14T05:07:05.674" v="14" actId="478"/>
          <ac:spMkLst>
            <pc:docMk/>
            <pc:sldMk cId="4237542953" sldId="283"/>
            <ac:spMk id="5" creationId="{F4BB35DB-0767-AF81-87A9-2CA17F73C0A2}"/>
          </ac:spMkLst>
        </pc:spChg>
        <pc:spChg chg="add del mod">
          <ac:chgData name="Артём Ишманов" userId="2d0ed64cc875ec4e" providerId="LiveId" clId="{62CB0C9B-FC33-46CD-9D0C-86349D9DF6B7}" dt="2026-01-14T05:06:44.524" v="9" actId="478"/>
          <ac:spMkLst>
            <pc:docMk/>
            <pc:sldMk cId="4237542953" sldId="283"/>
            <ac:spMk id="7" creationId="{9EEA80C8-676F-5A6A-2F40-4BAEDCAEB58D}"/>
          </ac:spMkLst>
        </pc:spChg>
        <pc:spChg chg="add del mod">
          <ac:chgData name="Артём Ишманов" userId="2d0ed64cc875ec4e" providerId="LiveId" clId="{62CB0C9B-FC33-46CD-9D0C-86349D9DF6B7}" dt="2026-01-14T05:06:49.009" v="10" actId="478"/>
          <ac:spMkLst>
            <pc:docMk/>
            <pc:sldMk cId="4237542953" sldId="283"/>
            <ac:spMk id="9" creationId="{993BE4DE-17C6-4A0E-865A-CA498245795C}"/>
          </ac:spMkLst>
        </pc:spChg>
        <pc:spChg chg="add mod">
          <ac:chgData name="Артём Ишманов" userId="2d0ed64cc875ec4e" providerId="LiveId" clId="{62CB0C9B-FC33-46CD-9D0C-86349D9DF6B7}" dt="2026-01-14T05:08:19.059" v="24" actId="108"/>
          <ac:spMkLst>
            <pc:docMk/>
            <pc:sldMk cId="4237542953" sldId="283"/>
            <ac:spMk id="10" creationId="{7F0EC5D4-C7E3-C4EC-5441-012F87DB4991}"/>
          </ac:spMkLst>
        </pc:spChg>
        <pc:spChg chg="add mod">
          <ac:chgData name="Артём Ишманов" userId="2d0ed64cc875ec4e" providerId="LiveId" clId="{62CB0C9B-FC33-46CD-9D0C-86349D9DF6B7}" dt="2026-01-14T05:08:28.771" v="25" actId="108"/>
          <ac:spMkLst>
            <pc:docMk/>
            <pc:sldMk cId="4237542953" sldId="283"/>
            <ac:spMk id="11" creationId="{38087E60-183C-A01F-D5EA-F44FBBB0FCF6}"/>
          </ac:spMkLst>
        </pc:spChg>
        <pc:spChg chg="add mod">
          <ac:chgData name="Артём Ишманов" userId="2d0ed64cc875ec4e" providerId="LiveId" clId="{62CB0C9B-FC33-46CD-9D0C-86349D9DF6B7}" dt="2026-01-14T05:07:43.100" v="19"/>
          <ac:spMkLst>
            <pc:docMk/>
            <pc:sldMk cId="4237542953" sldId="283"/>
            <ac:spMk id="12" creationId="{B79B1C40-7EB1-B6BA-87CD-A3BF359460CC}"/>
          </ac:spMkLst>
        </pc:spChg>
        <pc:spChg chg="add mod">
          <ac:chgData name="Артём Ишманов" userId="2d0ed64cc875ec4e" providerId="LiveId" clId="{62CB0C9B-FC33-46CD-9D0C-86349D9DF6B7}" dt="2026-01-14T05:07:43.100" v="19"/>
          <ac:spMkLst>
            <pc:docMk/>
            <pc:sldMk cId="4237542953" sldId="283"/>
            <ac:spMk id="13" creationId="{94562A3B-E9BF-2EE9-ECE2-9182DF8470DD}"/>
          </ac:spMkLst>
        </pc:spChg>
        <pc:spChg chg="add mod">
          <ac:chgData name="Артём Ишманов" userId="2d0ed64cc875ec4e" providerId="LiveId" clId="{62CB0C9B-FC33-46CD-9D0C-86349D9DF6B7}" dt="2026-01-14T05:11:44.933" v="48" actId="108"/>
          <ac:spMkLst>
            <pc:docMk/>
            <pc:sldMk cId="4237542953" sldId="283"/>
            <ac:spMk id="14" creationId="{9867C698-4EC7-DE10-9FD5-19A3338EDFF1}"/>
          </ac:spMkLst>
        </pc:spChg>
        <pc:spChg chg="add mod">
          <ac:chgData name="Артём Ишманов" userId="2d0ed64cc875ec4e" providerId="LiveId" clId="{62CB0C9B-FC33-46CD-9D0C-86349D9DF6B7}" dt="2026-01-14T05:09:18.970" v="27"/>
          <ac:spMkLst>
            <pc:docMk/>
            <pc:sldMk cId="4237542953" sldId="283"/>
            <ac:spMk id="15" creationId="{8448C9DD-80E4-7F67-4AF4-529EE7F83156}"/>
          </ac:spMkLst>
        </pc:spChg>
        <pc:picChg chg="add mod">
          <ac:chgData name="Артём Ишманов" userId="2d0ed64cc875ec4e" providerId="LiveId" clId="{62CB0C9B-FC33-46CD-9D0C-86349D9DF6B7}" dt="2026-01-14T05:09:18.970" v="27"/>
          <ac:picMkLst>
            <pc:docMk/>
            <pc:sldMk cId="4237542953" sldId="283"/>
            <ac:picMk id="16" creationId="{BD8E5ABC-4F81-A664-58C8-4AEE3CDEFCEB}"/>
          </ac:picMkLst>
        </pc:picChg>
      </pc:sldChg>
      <pc:sldChg chg="addSp delSp modSp add mod">
        <pc:chgData name="Артём Ишманов" userId="2d0ed64cc875ec4e" providerId="LiveId" clId="{62CB0C9B-FC33-46CD-9D0C-86349D9DF6B7}" dt="2026-01-14T05:11:59.237" v="49" actId="108"/>
        <pc:sldMkLst>
          <pc:docMk/>
          <pc:sldMk cId="1225639360" sldId="284"/>
        </pc:sldMkLst>
        <pc:spChg chg="add mod">
          <ac:chgData name="Артём Ишманов" userId="2d0ed64cc875ec4e" providerId="LiveId" clId="{62CB0C9B-FC33-46CD-9D0C-86349D9DF6B7}" dt="2026-01-14T05:09:52.257" v="33" actId="108"/>
          <ac:spMkLst>
            <pc:docMk/>
            <pc:sldMk cId="1225639360" sldId="284"/>
            <ac:spMk id="2" creationId="{D97EDDC5-5E9E-EED2-0971-311543314041}"/>
          </ac:spMkLst>
        </pc:spChg>
        <pc:spChg chg="add mod">
          <ac:chgData name="Артём Ишманов" userId="2d0ed64cc875ec4e" providerId="LiveId" clId="{62CB0C9B-FC33-46CD-9D0C-86349D9DF6B7}" dt="2026-01-14T05:09:56.340" v="34" actId="108"/>
          <ac:spMkLst>
            <pc:docMk/>
            <pc:sldMk cId="1225639360" sldId="284"/>
            <ac:spMk id="3" creationId="{1BF1A63C-86AB-0170-9558-812A2E13BEB4}"/>
          </ac:spMkLst>
        </pc:spChg>
        <pc:spChg chg="add mod">
          <ac:chgData name="Артём Ишманов" userId="2d0ed64cc875ec4e" providerId="LiveId" clId="{62CB0C9B-FC33-46CD-9D0C-86349D9DF6B7}" dt="2026-01-14T05:10:53.631" v="43"/>
          <ac:spMkLst>
            <pc:docMk/>
            <pc:sldMk cId="1225639360" sldId="284"/>
            <ac:spMk id="5" creationId="{08899DAE-C19A-6015-4B00-1D15D1AF52A1}"/>
          </ac:spMkLst>
        </pc:spChg>
        <pc:spChg chg="add mod">
          <ac:chgData name="Артём Ишманов" userId="2d0ed64cc875ec4e" providerId="LiveId" clId="{62CB0C9B-FC33-46CD-9D0C-86349D9DF6B7}" dt="2026-01-14T05:11:59.237" v="49" actId="108"/>
          <ac:spMkLst>
            <pc:docMk/>
            <pc:sldMk cId="1225639360" sldId="284"/>
            <ac:spMk id="7" creationId="{3E309E8B-AB3D-C1E6-67E5-F048BD7FF27E}"/>
          </ac:spMkLst>
        </pc:spChg>
        <pc:spChg chg="del">
          <ac:chgData name="Артём Ишманов" userId="2d0ed64cc875ec4e" providerId="LiveId" clId="{62CB0C9B-FC33-46CD-9D0C-86349D9DF6B7}" dt="2026-01-14T05:09:38.554" v="31" actId="478"/>
          <ac:spMkLst>
            <pc:docMk/>
            <pc:sldMk cId="1225639360" sldId="284"/>
            <ac:spMk id="10" creationId="{7F0EC5D4-C7E3-C4EC-5441-012F87DB4991}"/>
          </ac:spMkLst>
        </pc:spChg>
        <pc:spChg chg="del">
          <ac:chgData name="Артём Ишманов" userId="2d0ed64cc875ec4e" providerId="LiveId" clId="{62CB0C9B-FC33-46CD-9D0C-86349D9DF6B7}" dt="2026-01-14T05:09:38.554" v="31" actId="478"/>
          <ac:spMkLst>
            <pc:docMk/>
            <pc:sldMk cId="1225639360" sldId="284"/>
            <ac:spMk id="11" creationId="{38087E60-183C-A01F-D5EA-F44FBBB0FCF6}"/>
          </ac:spMkLst>
        </pc:spChg>
        <pc:spChg chg="del">
          <ac:chgData name="Артём Ишманов" userId="2d0ed64cc875ec4e" providerId="LiveId" clId="{62CB0C9B-FC33-46CD-9D0C-86349D9DF6B7}" dt="2026-01-14T05:09:38.554" v="31" actId="478"/>
          <ac:spMkLst>
            <pc:docMk/>
            <pc:sldMk cId="1225639360" sldId="284"/>
            <ac:spMk id="14" creationId="{9867C698-4EC7-DE10-9FD5-19A3338EDFF1}"/>
          </ac:spMkLst>
        </pc:spChg>
        <pc:spChg chg="del">
          <ac:chgData name="Артём Ишманов" userId="2d0ed64cc875ec4e" providerId="LiveId" clId="{62CB0C9B-FC33-46CD-9D0C-86349D9DF6B7}" dt="2026-01-14T05:09:38.554" v="31" actId="478"/>
          <ac:spMkLst>
            <pc:docMk/>
            <pc:sldMk cId="1225639360" sldId="284"/>
            <ac:spMk id="15" creationId="{8448C9DD-80E4-7F67-4AF4-529EE7F83156}"/>
          </ac:spMkLst>
        </pc:spChg>
        <pc:picChg chg="add mod">
          <ac:chgData name="Артём Ишманов" userId="2d0ed64cc875ec4e" providerId="LiveId" clId="{62CB0C9B-FC33-46CD-9D0C-86349D9DF6B7}" dt="2026-01-14T05:09:42.147" v="32"/>
          <ac:picMkLst>
            <pc:docMk/>
            <pc:sldMk cId="1225639360" sldId="284"/>
            <ac:picMk id="4" creationId="{53947F53-B945-51CF-FB62-BB2485FFE597}"/>
          </ac:picMkLst>
        </pc:picChg>
        <pc:picChg chg="add mod">
          <ac:chgData name="Артём Ишманов" userId="2d0ed64cc875ec4e" providerId="LiveId" clId="{62CB0C9B-FC33-46CD-9D0C-86349D9DF6B7}" dt="2026-01-14T05:10:40.674" v="36"/>
          <ac:picMkLst>
            <pc:docMk/>
            <pc:sldMk cId="1225639360" sldId="284"/>
            <ac:picMk id="6" creationId="{E136C45C-C8EF-6194-FCAF-35C3A289F21E}"/>
          </ac:picMkLst>
        </pc:picChg>
        <pc:picChg chg="add mod">
          <ac:chgData name="Артём Ишманов" userId="2d0ed64cc875ec4e" providerId="LiveId" clId="{62CB0C9B-FC33-46CD-9D0C-86349D9DF6B7}" dt="2026-01-14T05:11:10.903" v="46"/>
          <ac:picMkLst>
            <pc:docMk/>
            <pc:sldMk cId="1225639360" sldId="284"/>
            <ac:picMk id="8" creationId="{69740923-B0C7-9E52-1BF2-109902607F13}"/>
          </ac:picMkLst>
        </pc:picChg>
        <pc:picChg chg="del">
          <ac:chgData name="Артём Ишманов" userId="2d0ed64cc875ec4e" providerId="LiveId" clId="{62CB0C9B-FC33-46CD-9D0C-86349D9DF6B7}" dt="2026-01-14T05:09:38.554" v="31" actId="478"/>
          <ac:picMkLst>
            <pc:docMk/>
            <pc:sldMk cId="1225639360" sldId="284"/>
            <ac:picMk id="16" creationId="{BD8E5ABC-4F81-A664-58C8-4AEE3CDEFCEB}"/>
          </ac:picMkLst>
        </pc:picChg>
      </pc:sldChg>
      <pc:sldChg chg="add del">
        <pc:chgData name="Артём Ишманов" userId="2d0ed64cc875ec4e" providerId="LiveId" clId="{62CB0C9B-FC33-46CD-9D0C-86349D9DF6B7}" dt="2026-01-14T05:10:51.374" v="40" actId="2890"/>
        <pc:sldMkLst>
          <pc:docMk/>
          <pc:sldMk cId="1042859226" sldId="285"/>
        </pc:sldMkLst>
      </pc:sldChg>
      <pc:sldChg chg="addSp delSp modSp add mod">
        <pc:chgData name="Артём Ишманов" userId="2d0ed64cc875ec4e" providerId="LiveId" clId="{62CB0C9B-FC33-46CD-9D0C-86349D9DF6B7}" dt="2026-01-14T05:19:05.760" v="135" actId="14100"/>
        <pc:sldMkLst>
          <pc:docMk/>
          <pc:sldMk cId="4065552315" sldId="285"/>
        </pc:sldMkLst>
        <pc:spChg chg="add del mod">
          <ac:chgData name="Артём Ишманов" userId="2d0ed64cc875ec4e" providerId="LiveId" clId="{62CB0C9B-FC33-46CD-9D0C-86349D9DF6B7}" dt="2026-01-14T05:13:06.985" v="59" actId="478"/>
          <ac:spMkLst>
            <pc:docMk/>
            <pc:sldMk cId="4065552315" sldId="285"/>
            <ac:spMk id="3" creationId="{1EFC38AF-DF80-4DBD-CBFF-CE39DC864272}"/>
          </ac:spMkLst>
        </pc:spChg>
        <pc:spChg chg="add del mod">
          <ac:chgData name="Артём Ишманов" userId="2d0ed64cc875ec4e" providerId="LiveId" clId="{62CB0C9B-FC33-46CD-9D0C-86349D9DF6B7}" dt="2026-01-14T05:13:06.985" v="59" actId="478"/>
          <ac:spMkLst>
            <pc:docMk/>
            <pc:sldMk cId="4065552315" sldId="285"/>
            <ac:spMk id="5" creationId="{0A7255ED-B0D2-2C1E-5AB6-2245702F5ECA}"/>
          </ac:spMkLst>
        </pc:spChg>
        <pc:spChg chg="add mod">
          <ac:chgData name="Артём Ишманов" userId="2d0ed64cc875ec4e" providerId="LiveId" clId="{62CB0C9B-FC33-46CD-9D0C-86349D9DF6B7}" dt="2026-01-14T05:13:10.232" v="60"/>
          <ac:spMkLst>
            <pc:docMk/>
            <pc:sldMk cId="4065552315" sldId="285"/>
            <ac:spMk id="6" creationId="{91C7674A-A59B-BA31-7B2C-EC7ECE37D76E}"/>
          </ac:spMkLst>
        </pc:spChg>
        <pc:spChg chg="add mod">
          <ac:chgData name="Артём Ишманов" userId="2d0ed64cc875ec4e" providerId="LiveId" clId="{62CB0C9B-FC33-46CD-9D0C-86349D9DF6B7}" dt="2026-01-14T05:13:10.232" v="60"/>
          <ac:spMkLst>
            <pc:docMk/>
            <pc:sldMk cId="4065552315" sldId="285"/>
            <ac:spMk id="7" creationId="{BC6B699E-916E-C10F-4236-2E2EBC6EECE3}"/>
          </ac:spMkLst>
        </pc:spChg>
        <pc:spChg chg="add mod">
          <ac:chgData name="Артём Ишманов" userId="2d0ed64cc875ec4e" providerId="LiveId" clId="{62CB0C9B-FC33-46CD-9D0C-86349D9DF6B7}" dt="2026-01-14T05:13:25.622" v="64"/>
          <ac:spMkLst>
            <pc:docMk/>
            <pc:sldMk cId="4065552315" sldId="285"/>
            <ac:spMk id="9" creationId="{53C91CA3-6BF8-BEDA-BAB5-1FA2785CBE92}"/>
          </ac:spMkLst>
        </pc:spChg>
        <pc:spChg chg="del">
          <ac:chgData name="Артём Ишманов" userId="2d0ed64cc875ec4e" providerId="LiveId" clId="{62CB0C9B-FC33-46CD-9D0C-86349D9DF6B7}" dt="2026-01-14T05:13:03.940" v="58" actId="478"/>
          <ac:spMkLst>
            <pc:docMk/>
            <pc:sldMk cId="4065552315" sldId="285"/>
            <ac:spMk id="11" creationId="{FB90EAF4-725C-FAC9-75C9-92239576A74F}"/>
          </ac:spMkLst>
        </pc:spChg>
        <pc:spChg chg="del">
          <ac:chgData name="Артём Ишманов" userId="2d0ed64cc875ec4e" providerId="LiveId" clId="{62CB0C9B-FC33-46CD-9D0C-86349D9DF6B7}" dt="2026-01-14T05:13:03.940" v="58" actId="478"/>
          <ac:spMkLst>
            <pc:docMk/>
            <pc:sldMk cId="4065552315" sldId="285"/>
            <ac:spMk id="13" creationId="{6F278890-93D8-1CD5-6E0B-B6323BDBB497}"/>
          </ac:spMkLst>
        </pc:spChg>
        <pc:spChg chg="del">
          <ac:chgData name="Артём Ишманов" userId="2d0ed64cc875ec4e" providerId="LiveId" clId="{62CB0C9B-FC33-46CD-9D0C-86349D9DF6B7}" dt="2026-01-14T05:13:03.940" v="58" actId="478"/>
          <ac:spMkLst>
            <pc:docMk/>
            <pc:sldMk cId="4065552315" sldId="285"/>
            <ac:spMk id="14" creationId="{63C6E7E6-F5B1-D37F-11D1-690FC017BA2B}"/>
          </ac:spMkLst>
        </pc:spChg>
        <pc:picChg chg="add mod">
          <ac:chgData name="Артём Ишманов" userId="2d0ed64cc875ec4e" providerId="LiveId" clId="{62CB0C9B-FC33-46CD-9D0C-86349D9DF6B7}" dt="2026-01-14T05:19:05.760" v="135" actId="14100"/>
          <ac:picMkLst>
            <pc:docMk/>
            <pc:sldMk cId="4065552315" sldId="285"/>
            <ac:picMk id="8" creationId="{EC6C62FD-DCCA-E6FF-E981-1B5302809F24}"/>
          </ac:picMkLst>
        </pc:picChg>
        <pc:picChg chg="add mod">
          <ac:chgData name="Артём Ишманов" userId="2d0ed64cc875ec4e" providerId="LiveId" clId="{62CB0C9B-FC33-46CD-9D0C-86349D9DF6B7}" dt="2026-01-14T05:13:25.622" v="64"/>
          <ac:picMkLst>
            <pc:docMk/>
            <pc:sldMk cId="4065552315" sldId="285"/>
            <ac:picMk id="10" creationId="{61A52BA7-45A0-1F7E-3755-F0B1574705B1}"/>
          </ac:picMkLst>
        </pc:picChg>
        <pc:picChg chg="del">
          <ac:chgData name="Артём Ишманов" userId="2d0ed64cc875ec4e" providerId="LiveId" clId="{62CB0C9B-FC33-46CD-9D0C-86349D9DF6B7}" dt="2026-01-14T05:13:03.940" v="58" actId="478"/>
          <ac:picMkLst>
            <pc:docMk/>
            <pc:sldMk cId="4065552315" sldId="285"/>
            <ac:picMk id="12" creationId="{895B2CAA-8FD1-341C-C86B-F88F68F77EB7}"/>
          </ac:picMkLst>
        </pc:picChg>
        <pc:picChg chg="del">
          <ac:chgData name="Артём Ишманов" userId="2d0ed64cc875ec4e" providerId="LiveId" clId="{62CB0C9B-FC33-46CD-9D0C-86349D9DF6B7}" dt="2026-01-14T05:13:03.940" v="58" actId="478"/>
          <ac:picMkLst>
            <pc:docMk/>
            <pc:sldMk cId="4065552315" sldId="285"/>
            <ac:picMk id="15" creationId="{89F31F60-9C90-23B5-D7F6-40969F97D24D}"/>
          </ac:picMkLst>
        </pc:picChg>
      </pc:sldChg>
      <pc:sldChg chg="addSp delSp modSp add mod">
        <pc:chgData name="Артём Ишманов" userId="2d0ed64cc875ec4e" providerId="LiveId" clId="{62CB0C9B-FC33-46CD-9D0C-86349D9DF6B7}" dt="2026-01-14T05:14:43.310" v="71"/>
        <pc:sldMkLst>
          <pc:docMk/>
          <pc:sldMk cId="1374984889" sldId="286"/>
        </pc:sldMkLst>
        <pc:spChg chg="add del mod">
          <ac:chgData name="Артём Ишманов" userId="2d0ed64cc875ec4e" providerId="LiveId" clId="{62CB0C9B-FC33-46CD-9D0C-86349D9DF6B7}" dt="2026-01-14T05:13:40.723" v="68" actId="478"/>
          <ac:spMkLst>
            <pc:docMk/>
            <pc:sldMk cId="1374984889" sldId="286"/>
            <ac:spMk id="3" creationId="{E93B9F7E-72F9-5544-E86F-DA5D4C102AE0}"/>
          </ac:spMkLst>
        </pc:spChg>
        <pc:spChg chg="add del mod">
          <ac:chgData name="Артём Ишманов" userId="2d0ed64cc875ec4e" providerId="LiveId" clId="{62CB0C9B-FC33-46CD-9D0C-86349D9DF6B7}" dt="2026-01-14T05:13:40.723" v="68" actId="478"/>
          <ac:spMkLst>
            <pc:docMk/>
            <pc:sldMk cId="1374984889" sldId="286"/>
            <ac:spMk id="5" creationId="{095B494F-DE05-9CF0-0642-03553A626676}"/>
          </ac:spMkLst>
        </pc:spChg>
        <pc:spChg chg="del">
          <ac:chgData name="Артём Ишманов" userId="2d0ed64cc875ec4e" providerId="LiveId" clId="{62CB0C9B-FC33-46CD-9D0C-86349D9DF6B7}" dt="2026-01-14T05:13:38.980" v="67" actId="478"/>
          <ac:spMkLst>
            <pc:docMk/>
            <pc:sldMk cId="1374984889" sldId="286"/>
            <ac:spMk id="6" creationId="{91C7674A-A59B-BA31-7B2C-EC7ECE37D76E}"/>
          </ac:spMkLst>
        </pc:spChg>
        <pc:spChg chg="del">
          <ac:chgData name="Артём Ишманов" userId="2d0ed64cc875ec4e" providerId="LiveId" clId="{62CB0C9B-FC33-46CD-9D0C-86349D9DF6B7}" dt="2026-01-14T05:13:38.980" v="67" actId="478"/>
          <ac:spMkLst>
            <pc:docMk/>
            <pc:sldMk cId="1374984889" sldId="286"/>
            <ac:spMk id="7" creationId="{BC6B699E-916E-C10F-4236-2E2EBC6EECE3}"/>
          </ac:spMkLst>
        </pc:spChg>
        <pc:spChg chg="del">
          <ac:chgData name="Артём Ишманов" userId="2d0ed64cc875ec4e" providerId="LiveId" clId="{62CB0C9B-FC33-46CD-9D0C-86349D9DF6B7}" dt="2026-01-14T05:13:38.980" v="67" actId="478"/>
          <ac:spMkLst>
            <pc:docMk/>
            <pc:sldMk cId="1374984889" sldId="286"/>
            <ac:spMk id="9" creationId="{53C91CA3-6BF8-BEDA-BAB5-1FA2785CBE92}"/>
          </ac:spMkLst>
        </pc:spChg>
        <pc:spChg chg="add mod">
          <ac:chgData name="Артём Ишманов" userId="2d0ed64cc875ec4e" providerId="LiveId" clId="{62CB0C9B-FC33-46CD-9D0C-86349D9DF6B7}" dt="2026-01-14T05:13:43.533" v="69"/>
          <ac:spMkLst>
            <pc:docMk/>
            <pc:sldMk cId="1374984889" sldId="286"/>
            <ac:spMk id="11" creationId="{AE3AEE71-B3BE-244F-51A8-FC71E24CC3C1}"/>
          </ac:spMkLst>
        </pc:spChg>
        <pc:spChg chg="add mod">
          <ac:chgData name="Артём Ишманов" userId="2d0ed64cc875ec4e" providerId="LiveId" clId="{62CB0C9B-FC33-46CD-9D0C-86349D9DF6B7}" dt="2026-01-14T05:14:43.310" v="71"/>
          <ac:spMkLst>
            <pc:docMk/>
            <pc:sldMk cId="1374984889" sldId="286"/>
            <ac:spMk id="13" creationId="{0CF22646-2B9F-C7D9-5B10-4C42F170D85A}"/>
          </ac:spMkLst>
        </pc:spChg>
        <pc:spChg chg="add mod">
          <ac:chgData name="Артём Ишманов" userId="2d0ed64cc875ec4e" providerId="LiveId" clId="{62CB0C9B-FC33-46CD-9D0C-86349D9DF6B7}" dt="2026-01-14T05:14:43.310" v="71"/>
          <ac:spMkLst>
            <pc:docMk/>
            <pc:sldMk cId="1374984889" sldId="286"/>
            <ac:spMk id="14" creationId="{50DC2342-3A27-BE6B-7C04-08C566A3C259}"/>
          </ac:spMkLst>
        </pc:spChg>
        <pc:picChg chg="del">
          <ac:chgData name="Артём Ишманов" userId="2d0ed64cc875ec4e" providerId="LiveId" clId="{62CB0C9B-FC33-46CD-9D0C-86349D9DF6B7}" dt="2026-01-14T05:13:38.980" v="67" actId="478"/>
          <ac:picMkLst>
            <pc:docMk/>
            <pc:sldMk cId="1374984889" sldId="286"/>
            <ac:picMk id="8" creationId="{EC6C62FD-DCCA-E6FF-E981-1B5302809F24}"/>
          </ac:picMkLst>
        </pc:picChg>
        <pc:picChg chg="del">
          <ac:chgData name="Артём Ишманов" userId="2d0ed64cc875ec4e" providerId="LiveId" clId="{62CB0C9B-FC33-46CD-9D0C-86349D9DF6B7}" dt="2026-01-14T05:13:38.980" v="67" actId="478"/>
          <ac:picMkLst>
            <pc:docMk/>
            <pc:sldMk cId="1374984889" sldId="286"/>
            <ac:picMk id="10" creationId="{61A52BA7-45A0-1F7E-3755-F0B1574705B1}"/>
          </ac:picMkLst>
        </pc:picChg>
        <pc:picChg chg="add mod">
          <ac:chgData name="Артём Ишманов" userId="2d0ed64cc875ec4e" providerId="LiveId" clId="{62CB0C9B-FC33-46CD-9D0C-86349D9DF6B7}" dt="2026-01-14T05:13:43.533" v="69"/>
          <ac:picMkLst>
            <pc:docMk/>
            <pc:sldMk cId="1374984889" sldId="286"/>
            <ac:picMk id="12" creationId="{907B7C99-AED3-2686-D9EC-1CED7F39A9C6}"/>
          </ac:picMkLst>
        </pc:picChg>
        <pc:picChg chg="add mod">
          <ac:chgData name="Артём Ишманов" userId="2d0ed64cc875ec4e" providerId="LiveId" clId="{62CB0C9B-FC33-46CD-9D0C-86349D9DF6B7}" dt="2026-01-14T05:14:43.310" v="71"/>
          <ac:picMkLst>
            <pc:docMk/>
            <pc:sldMk cId="1374984889" sldId="286"/>
            <ac:picMk id="15" creationId="{188AFE29-D50C-BAD4-A94E-AF22A9087A6C}"/>
          </ac:picMkLst>
        </pc:picChg>
      </pc:sldChg>
      <pc:sldChg chg="addSp delSp modSp add mod ord">
        <pc:chgData name="Артём Ишманов" userId="2d0ed64cc875ec4e" providerId="LiveId" clId="{62CB0C9B-FC33-46CD-9D0C-86349D9DF6B7}" dt="2026-01-14T05:20:21.626" v="139" actId="14100"/>
        <pc:sldMkLst>
          <pc:docMk/>
          <pc:sldMk cId="3427503348" sldId="287"/>
        </pc:sldMkLst>
        <pc:spChg chg="add del mod">
          <ac:chgData name="Артём Ишманов" userId="2d0ed64cc875ec4e" providerId="LiveId" clId="{62CB0C9B-FC33-46CD-9D0C-86349D9DF6B7}" dt="2026-01-14T05:14:59.795" v="75" actId="478"/>
          <ac:spMkLst>
            <pc:docMk/>
            <pc:sldMk cId="3427503348" sldId="287"/>
            <ac:spMk id="3" creationId="{E039B188-FFAC-F89A-95F9-56A1972999D9}"/>
          </ac:spMkLst>
        </pc:spChg>
        <pc:spChg chg="add del mod">
          <ac:chgData name="Артём Ишманов" userId="2d0ed64cc875ec4e" providerId="LiveId" clId="{62CB0C9B-FC33-46CD-9D0C-86349D9DF6B7}" dt="2026-01-14T05:14:59.795" v="75" actId="478"/>
          <ac:spMkLst>
            <pc:docMk/>
            <pc:sldMk cId="3427503348" sldId="287"/>
            <ac:spMk id="5" creationId="{9F67F958-AACC-F076-2536-BF3C6DF8F350}"/>
          </ac:spMkLst>
        </pc:spChg>
        <pc:spChg chg="add mod">
          <ac:chgData name="Артём Ишманов" userId="2d0ed64cc875ec4e" providerId="LiveId" clId="{62CB0C9B-FC33-46CD-9D0C-86349D9DF6B7}" dt="2026-01-14T05:15:03.651" v="76"/>
          <ac:spMkLst>
            <pc:docMk/>
            <pc:sldMk cId="3427503348" sldId="287"/>
            <ac:spMk id="6" creationId="{57A926AE-60E3-B13B-0A9D-728930D694B1}"/>
          </ac:spMkLst>
        </pc:spChg>
        <pc:spChg chg="add mod">
          <ac:chgData name="Артём Ишманов" userId="2d0ed64cc875ec4e" providerId="LiveId" clId="{62CB0C9B-FC33-46CD-9D0C-86349D9DF6B7}" dt="2026-01-14T05:15:03.651" v="76"/>
          <ac:spMkLst>
            <pc:docMk/>
            <pc:sldMk cId="3427503348" sldId="287"/>
            <ac:spMk id="7" creationId="{C382FDBA-2F5E-1DC6-23B9-8A247950E115}"/>
          </ac:spMkLst>
        </pc:spChg>
        <pc:spChg chg="add mod">
          <ac:chgData name="Артём Ишманов" userId="2d0ed64cc875ec4e" providerId="LiveId" clId="{62CB0C9B-FC33-46CD-9D0C-86349D9DF6B7}" dt="2026-01-14T05:15:17.485" v="78"/>
          <ac:spMkLst>
            <pc:docMk/>
            <pc:sldMk cId="3427503348" sldId="287"/>
            <ac:spMk id="9" creationId="{A82FD8A8-51B1-EAC7-2478-DA78947FC7AF}"/>
          </ac:spMkLst>
        </pc:spChg>
        <pc:spChg chg="del">
          <ac:chgData name="Артём Ишманов" userId="2d0ed64cc875ec4e" providerId="LiveId" clId="{62CB0C9B-FC33-46CD-9D0C-86349D9DF6B7}" dt="2026-01-14T05:14:57.889" v="74" actId="478"/>
          <ac:spMkLst>
            <pc:docMk/>
            <pc:sldMk cId="3427503348" sldId="287"/>
            <ac:spMk id="11" creationId="{AE3AEE71-B3BE-244F-51A8-FC71E24CC3C1}"/>
          </ac:spMkLst>
        </pc:spChg>
        <pc:spChg chg="del">
          <ac:chgData name="Артём Ишманов" userId="2d0ed64cc875ec4e" providerId="LiveId" clId="{62CB0C9B-FC33-46CD-9D0C-86349D9DF6B7}" dt="2026-01-14T05:14:57.889" v="74" actId="478"/>
          <ac:spMkLst>
            <pc:docMk/>
            <pc:sldMk cId="3427503348" sldId="287"/>
            <ac:spMk id="13" creationId="{0CF22646-2B9F-C7D9-5B10-4C42F170D85A}"/>
          </ac:spMkLst>
        </pc:spChg>
        <pc:spChg chg="del">
          <ac:chgData name="Артём Ишманов" userId="2d0ed64cc875ec4e" providerId="LiveId" clId="{62CB0C9B-FC33-46CD-9D0C-86349D9DF6B7}" dt="2026-01-14T05:14:57.889" v="74" actId="478"/>
          <ac:spMkLst>
            <pc:docMk/>
            <pc:sldMk cId="3427503348" sldId="287"/>
            <ac:spMk id="14" creationId="{50DC2342-3A27-BE6B-7C04-08C566A3C259}"/>
          </ac:spMkLst>
        </pc:spChg>
        <pc:picChg chg="add mod">
          <ac:chgData name="Артём Ишманов" userId="2d0ed64cc875ec4e" providerId="LiveId" clId="{62CB0C9B-FC33-46CD-9D0C-86349D9DF6B7}" dt="2026-01-14T05:20:21.626" v="139" actId="14100"/>
          <ac:picMkLst>
            <pc:docMk/>
            <pc:sldMk cId="3427503348" sldId="287"/>
            <ac:picMk id="8" creationId="{AF454E87-D1AD-DEF6-4FDB-7262E20B499A}"/>
          </ac:picMkLst>
        </pc:picChg>
        <pc:picChg chg="add mod">
          <ac:chgData name="Артём Ишманов" userId="2d0ed64cc875ec4e" providerId="LiveId" clId="{62CB0C9B-FC33-46CD-9D0C-86349D9DF6B7}" dt="2026-01-14T05:15:17.485" v="78"/>
          <ac:picMkLst>
            <pc:docMk/>
            <pc:sldMk cId="3427503348" sldId="287"/>
            <ac:picMk id="10" creationId="{F5080C07-05DA-EC14-3998-380669074423}"/>
          </ac:picMkLst>
        </pc:picChg>
        <pc:picChg chg="del">
          <ac:chgData name="Артём Ишманов" userId="2d0ed64cc875ec4e" providerId="LiveId" clId="{62CB0C9B-FC33-46CD-9D0C-86349D9DF6B7}" dt="2026-01-14T05:14:57.889" v="74" actId="478"/>
          <ac:picMkLst>
            <pc:docMk/>
            <pc:sldMk cId="3427503348" sldId="287"/>
            <ac:picMk id="12" creationId="{907B7C99-AED3-2686-D9EC-1CED7F39A9C6}"/>
          </ac:picMkLst>
        </pc:picChg>
        <pc:picChg chg="del">
          <ac:chgData name="Артём Ишманов" userId="2d0ed64cc875ec4e" providerId="LiveId" clId="{62CB0C9B-FC33-46CD-9D0C-86349D9DF6B7}" dt="2026-01-14T05:14:57.889" v="74" actId="478"/>
          <ac:picMkLst>
            <pc:docMk/>
            <pc:sldMk cId="3427503348" sldId="287"/>
            <ac:picMk id="15" creationId="{188AFE29-D50C-BAD4-A94E-AF22A9087A6C}"/>
          </ac:picMkLst>
        </pc:picChg>
        <pc:picChg chg="add mod">
          <ac:chgData name="Артём Ишманов" userId="2d0ed64cc875ec4e" providerId="LiveId" clId="{62CB0C9B-FC33-46CD-9D0C-86349D9DF6B7}" dt="2026-01-14T05:15:17.485" v="78"/>
          <ac:picMkLst>
            <pc:docMk/>
            <pc:sldMk cId="3427503348" sldId="287"/>
            <ac:picMk id="16" creationId="{92C87834-070A-EBCF-5569-99CBEF11B4FF}"/>
          </ac:picMkLst>
        </pc:picChg>
      </pc:sldChg>
      <pc:sldChg chg="addSp delSp modSp add mod">
        <pc:chgData name="Артём Ишманов" userId="2d0ed64cc875ec4e" providerId="LiveId" clId="{62CB0C9B-FC33-46CD-9D0C-86349D9DF6B7}" dt="2026-01-14T05:15:50.218" v="90"/>
        <pc:sldMkLst>
          <pc:docMk/>
          <pc:sldMk cId="1495122850" sldId="288"/>
        </pc:sldMkLst>
        <pc:spChg chg="add del mod">
          <ac:chgData name="Артём Ишманов" userId="2d0ed64cc875ec4e" providerId="LiveId" clId="{62CB0C9B-FC33-46CD-9D0C-86349D9DF6B7}" dt="2026-01-14T05:15:36.528" v="87" actId="478"/>
          <ac:spMkLst>
            <pc:docMk/>
            <pc:sldMk cId="1495122850" sldId="288"/>
            <ac:spMk id="3" creationId="{2E4E1252-530B-6651-6531-B24284227F4E}"/>
          </ac:spMkLst>
        </pc:spChg>
        <pc:spChg chg="add del mod">
          <ac:chgData name="Артём Ишманов" userId="2d0ed64cc875ec4e" providerId="LiveId" clId="{62CB0C9B-FC33-46CD-9D0C-86349D9DF6B7}" dt="2026-01-14T05:15:36.528" v="87" actId="478"/>
          <ac:spMkLst>
            <pc:docMk/>
            <pc:sldMk cId="1495122850" sldId="288"/>
            <ac:spMk id="5" creationId="{83831F81-91DB-D537-5C3C-DB0B2DCCA34C}"/>
          </ac:spMkLst>
        </pc:spChg>
        <pc:spChg chg="del">
          <ac:chgData name="Артём Ишманов" userId="2d0ed64cc875ec4e" providerId="LiveId" clId="{62CB0C9B-FC33-46CD-9D0C-86349D9DF6B7}" dt="2026-01-14T05:15:34.951" v="86" actId="478"/>
          <ac:spMkLst>
            <pc:docMk/>
            <pc:sldMk cId="1495122850" sldId="288"/>
            <ac:spMk id="6" creationId="{57A926AE-60E3-B13B-0A9D-728930D694B1}"/>
          </ac:spMkLst>
        </pc:spChg>
        <pc:spChg chg="del">
          <ac:chgData name="Артём Ишманов" userId="2d0ed64cc875ec4e" providerId="LiveId" clId="{62CB0C9B-FC33-46CD-9D0C-86349D9DF6B7}" dt="2026-01-14T05:15:34.951" v="86" actId="478"/>
          <ac:spMkLst>
            <pc:docMk/>
            <pc:sldMk cId="1495122850" sldId="288"/>
            <ac:spMk id="7" creationId="{C382FDBA-2F5E-1DC6-23B9-8A247950E115}"/>
          </ac:spMkLst>
        </pc:spChg>
        <pc:spChg chg="del">
          <ac:chgData name="Артём Ишманов" userId="2d0ed64cc875ec4e" providerId="LiveId" clId="{62CB0C9B-FC33-46CD-9D0C-86349D9DF6B7}" dt="2026-01-14T05:15:34.951" v="86" actId="478"/>
          <ac:spMkLst>
            <pc:docMk/>
            <pc:sldMk cId="1495122850" sldId="288"/>
            <ac:spMk id="9" creationId="{A82FD8A8-51B1-EAC7-2478-DA78947FC7AF}"/>
          </ac:spMkLst>
        </pc:spChg>
        <pc:spChg chg="add mod">
          <ac:chgData name="Артём Ишманов" userId="2d0ed64cc875ec4e" providerId="LiveId" clId="{62CB0C9B-FC33-46CD-9D0C-86349D9DF6B7}" dt="2026-01-14T05:15:39.342" v="88"/>
          <ac:spMkLst>
            <pc:docMk/>
            <pc:sldMk cId="1495122850" sldId="288"/>
            <ac:spMk id="11" creationId="{C5B9ADE0-3CDC-BB3C-8AD2-AFD6EFD78B79}"/>
          </ac:spMkLst>
        </pc:spChg>
        <pc:spChg chg="add mod">
          <ac:chgData name="Артём Ишманов" userId="2d0ed64cc875ec4e" providerId="LiveId" clId="{62CB0C9B-FC33-46CD-9D0C-86349D9DF6B7}" dt="2026-01-14T05:15:50.218" v="90"/>
          <ac:spMkLst>
            <pc:docMk/>
            <pc:sldMk cId="1495122850" sldId="288"/>
            <ac:spMk id="14" creationId="{03A5A145-8613-CF89-A44E-6FF836E4BF8F}"/>
          </ac:spMkLst>
        </pc:spChg>
        <pc:spChg chg="add mod">
          <ac:chgData name="Артём Ишманов" userId="2d0ed64cc875ec4e" providerId="LiveId" clId="{62CB0C9B-FC33-46CD-9D0C-86349D9DF6B7}" dt="2026-01-14T05:15:50.218" v="90"/>
          <ac:spMkLst>
            <pc:docMk/>
            <pc:sldMk cId="1495122850" sldId="288"/>
            <ac:spMk id="15" creationId="{6DE0D1D4-5B7C-CFC5-AE0A-0BD98CA98CFB}"/>
          </ac:spMkLst>
        </pc:spChg>
        <pc:picChg chg="del">
          <ac:chgData name="Артём Ишманов" userId="2d0ed64cc875ec4e" providerId="LiveId" clId="{62CB0C9B-FC33-46CD-9D0C-86349D9DF6B7}" dt="2026-01-14T05:15:34.951" v="86" actId="478"/>
          <ac:picMkLst>
            <pc:docMk/>
            <pc:sldMk cId="1495122850" sldId="288"/>
            <ac:picMk id="8" creationId="{AF454E87-D1AD-DEF6-4FDB-7262E20B499A}"/>
          </ac:picMkLst>
        </pc:picChg>
        <pc:picChg chg="del">
          <ac:chgData name="Артём Ишманов" userId="2d0ed64cc875ec4e" providerId="LiveId" clId="{62CB0C9B-FC33-46CD-9D0C-86349D9DF6B7}" dt="2026-01-14T05:15:34.951" v="86" actId="478"/>
          <ac:picMkLst>
            <pc:docMk/>
            <pc:sldMk cId="1495122850" sldId="288"/>
            <ac:picMk id="10" creationId="{F5080C07-05DA-EC14-3998-380669074423}"/>
          </ac:picMkLst>
        </pc:picChg>
        <pc:picChg chg="add mod">
          <ac:chgData name="Артём Ишманов" userId="2d0ed64cc875ec4e" providerId="LiveId" clId="{62CB0C9B-FC33-46CD-9D0C-86349D9DF6B7}" dt="2026-01-14T05:15:39.342" v="88"/>
          <ac:picMkLst>
            <pc:docMk/>
            <pc:sldMk cId="1495122850" sldId="288"/>
            <ac:picMk id="12" creationId="{FFB930EE-8AE7-AFBB-E1E1-54F7DF303635}"/>
          </ac:picMkLst>
        </pc:picChg>
        <pc:picChg chg="add mod">
          <ac:chgData name="Артём Ишманов" userId="2d0ed64cc875ec4e" providerId="LiveId" clId="{62CB0C9B-FC33-46CD-9D0C-86349D9DF6B7}" dt="2026-01-14T05:15:39.342" v="88"/>
          <ac:picMkLst>
            <pc:docMk/>
            <pc:sldMk cId="1495122850" sldId="288"/>
            <ac:picMk id="13" creationId="{ABDA2C0F-BA30-F1D3-4DE6-523546B4105C}"/>
          </ac:picMkLst>
        </pc:picChg>
        <pc:picChg chg="del">
          <ac:chgData name="Артём Ишманов" userId="2d0ed64cc875ec4e" providerId="LiveId" clId="{62CB0C9B-FC33-46CD-9D0C-86349D9DF6B7}" dt="2026-01-14T05:15:34.951" v="86" actId="478"/>
          <ac:picMkLst>
            <pc:docMk/>
            <pc:sldMk cId="1495122850" sldId="288"/>
            <ac:picMk id="16" creationId="{92C87834-070A-EBCF-5569-99CBEF11B4FF}"/>
          </ac:picMkLst>
        </pc:picChg>
        <pc:picChg chg="add mod">
          <ac:chgData name="Артём Ишманов" userId="2d0ed64cc875ec4e" providerId="LiveId" clId="{62CB0C9B-FC33-46CD-9D0C-86349D9DF6B7}" dt="2026-01-14T05:15:50.218" v="90"/>
          <ac:picMkLst>
            <pc:docMk/>
            <pc:sldMk cId="1495122850" sldId="288"/>
            <ac:picMk id="17" creationId="{B074154E-6189-7C51-8CFB-53F700B28F9E}"/>
          </ac:picMkLst>
        </pc:picChg>
      </pc:sldChg>
      <pc:sldChg chg="addSp delSp modSp add mod">
        <pc:chgData name="Артём Ишманов" userId="2d0ed64cc875ec4e" providerId="LiveId" clId="{62CB0C9B-FC33-46CD-9D0C-86349D9DF6B7}" dt="2026-01-14T05:20:31.215" v="140" actId="14100"/>
        <pc:sldMkLst>
          <pc:docMk/>
          <pc:sldMk cId="3931002334" sldId="289"/>
        </pc:sldMkLst>
        <pc:spChg chg="add del mod">
          <ac:chgData name="Артём Ишманов" userId="2d0ed64cc875ec4e" providerId="LiveId" clId="{62CB0C9B-FC33-46CD-9D0C-86349D9DF6B7}" dt="2026-01-14T05:15:59.339" v="94" actId="478"/>
          <ac:spMkLst>
            <pc:docMk/>
            <pc:sldMk cId="3931002334" sldId="289"/>
            <ac:spMk id="3" creationId="{D1C3ACBF-3758-8047-0312-D798BB606AEB}"/>
          </ac:spMkLst>
        </pc:spChg>
        <pc:spChg chg="add del mod">
          <ac:chgData name="Артём Ишманов" userId="2d0ed64cc875ec4e" providerId="LiveId" clId="{62CB0C9B-FC33-46CD-9D0C-86349D9DF6B7}" dt="2026-01-14T05:15:59.339" v="94" actId="478"/>
          <ac:spMkLst>
            <pc:docMk/>
            <pc:sldMk cId="3931002334" sldId="289"/>
            <ac:spMk id="5" creationId="{C7AE9098-CA7D-82F5-828F-7B22C6DD1BD0}"/>
          </ac:spMkLst>
        </pc:spChg>
        <pc:spChg chg="add mod">
          <ac:chgData name="Артём Ишманов" userId="2d0ed64cc875ec4e" providerId="LiveId" clId="{62CB0C9B-FC33-46CD-9D0C-86349D9DF6B7}" dt="2026-01-14T05:16:01.678" v="95"/>
          <ac:spMkLst>
            <pc:docMk/>
            <pc:sldMk cId="3931002334" sldId="289"/>
            <ac:spMk id="6" creationId="{1494BE03-FBC2-5A01-30DE-A479CA69A883}"/>
          </ac:spMkLst>
        </pc:spChg>
        <pc:spChg chg="add mod">
          <ac:chgData name="Артём Ишманов" userId="2d0ed64cc875ec4e" providerId="LiveId" clId="{62CB0C9B-FC33-46CD-9D0C-86349D9DF6B7}" dt="2026-01-14T05:16:01.678" v="95"/>
          <ac:spMkLst>
            <pc:docMk/>
            <pc:sldMk cId="3931002334" sldId="289"/>
            <ac:spMk id="7" creationId="{6B97089B-6E9F-C7C7-D7EF-F8408EA1288B}"/>
          </ac:spMkLst>
        </pc:spChg>
        <pc:spChg chg="add mod">
          <ac:chgData name="Артём Ишманов" userId="2d0ed64cc875ec4e" providerId="LiveId" clId="{62CB0C9B-FC33-46CD-9D0C-86349D9DF6B7}" dt="2026-01-14T05:16:10.638" v="97"/>
          <ac:spMkLst>
            <pc:docMk/>
            <pc:sldMk cId="3931002334" sldId="289"/>
            <ac:spMk id="9" creationId="{799A9BEF-A51F-B46B-7681-82FC9372C796}"/>
          </ac:spMkLst>
        </pc:spChg>
        <pc:spChg chg="del">
          <ac:chgData name="Артём Ишманов" userId="2d0ed64cc875ec4e" providerId="LiveId" clId="{62CB0C9B-FC33-46CD-9D0C-86349D9DF6B7}" dt="2026-01-14T05:15:57.438" v="93" actId="478"/>
          <ac:spMkLst>
            <pc:docMk/>
            <pc:sldMk cId="3931002334" sldId="289"/>
            <ac:spMk id="11" creationId="{C5B9ADE0-3CDC-BB3C-8AD2-AFD6EFD78B79}"/>
          </ac:spMkLst>
        </pc:spChg>
        <pc:spChg chg="del">
          <ac:chgData name="Артём Ишманов" userId="2d0ed64cc875ec4e" providerId="LiveId" clId="{62CB0C9B-FC33-46CD-9D0C-86349D9DF6B7}" dt="2026-01-14T05:15:57.438" v="93" actId="478"/>
          <ac:spMkLst>
            <pc:docMk/>
            <pc:sldMk cId="3931002334" sldId="289"/>
            <ac:spMk id="14" creationId="{03A5A145-8613-CF89-A44E-6FF836E4BF8F}"/>
          </ac:spMkLst>
        </pc:spChg>
        <pc:spChg chg="del">
          <ac:chgData name="Артём Ишманов" userId="2d0ed64cc875ec4e" providerId="LiveId" clId="{62CB0C9B-FC33-46CD-9D0C-86349D9DF6B7}" dt="2026-01-14T05:15:57.438" v="93" actId="478"/>
          <ac:spMkLst>
            <pc:docMk/>
            <pc:sldMk cId="3931002334" sldId="289"/>
            <ac:spMk id="15" creationId="{6DE0D1D4-5B7C-CFC5-AE0A-0BD98CA98CFB}"/>
          </ac:spMkLst>
        </pc:spChg>
        <pc:picChg chg="add mod">
          <ac:chgData name="Артём Ишманов" userId="2d0ed64cc875ec4e" providerId="LiveId" clId="{62CB0C9B-FC33-46CD-9D0C-86349D9DF6B7}" dt="2026-01-14T05:20:31.215" v="140" actId="14100"/>
          <ac:picMkLst>
            <pc:docMk/>
            <pc:sldMk cId="3931002334" sldId="289"/>
            <ac:picMk id="8" creationId="{3CB1F4B7-B86B-FA6D-5253-854DA6CFCD9D}"/>
          </ac:picMkLst>
        </pc:picChg>
        <pc:picChg chg="add mod">
          <ac:chgData name="Артём Ишманов" userId="2d0ed64cc875ec4e" providerId="LiveId" clId="{62CB0C9B-FC33-46CD-9D0C-86349D9DF6B7}" dt="2026-01-14T05:16:10.638" v="97"/>
          <ac:picMkLst>
            <pc:docMk/>
            <pc:sldMk cId="3931002334" sldId="289"/>
            <ac:picMk id="10" creationId="{794E21F6-9CA3-988B-5598-CFCB806D6DDC}"/>
          </ac:picMkLst>
        </pc:picChg>
        <pc:picChg chg="del">
          <ac:chgData name="Артём Ишманов" userId="2d0ed64cc875ec4e" providerId="LiveId" clId="{62CB0C9B-FC33-46CD-9D0C-86349D9DF6B7}" dt="2026-01-14T05:15:57.438" v="93" actId="478"/>
          <ac:picMkLst>
            <pc:docMk/>
            <pc:sldMk cId="3931002334" sldId="289"/>
            <ac:picMk id="12" creationId="{FFB930EE-8AE7-AFBB-E1E1-54F7DF303635}"/>
          </ac:picMkLst>
        </pc:picChg>
        <pc:picChg chg="del">
          <ac:chgData name="Артём Ишманов" userId="2d0ed64cc875ec4e" providerId="LiveId" clId="{62CB0C9B-FC33-46CD-9D0C-86349D9DF6B7}" dt="2026-01-14T05:15:57.438" v="93" actId="478"/>
          <ac:picMkLst>
            <pc:docMk/>
            <pc:sldMk cId="3931002334" sldId="289"/>
            <ac:picMk id="13" creationId="{ABDA2C0F-BA30-F1D3-4DE6-523546B4105C}"/>
          </ac:picMkLst>
        </pc:picChg>
        <pc:picChg chg="add mod">
          <ac:chgData name="Артём Ишманов" userId="2d0ed64cc875ec4e" providerId="LiveId" clId="{62CB0C9B-FC33-46CD-9D0C-86349D9DF6B7}" dt="2026-01-14T05:16:10.638" v="97"/>
          <ac:picMkLst>
            <pc:docMk/>
            <pc:sldMk cId="3931002334" sldId="289"/>
            <ac:picMk id="16" creationId="{3A97B816-0621-C76A-9EC7-F464E2D468C6}"/>
          </ac:picMkLst>
        </pc:picChg>
        <pc:picChg chg="del">
          <ac:chgData name="Артём Ишманов" userId="2d0ed64cc875ec4e" providerId="LiveId" clId="{62CB0C9B-FC33-46CD-9D0C-86349D9DF6B7}" dt="2026-01-14T05:15:57.438" v="93" actId="478"/>
          <ac:picMkLst>
            <pc:docMk/>
            <pc:sldMk cId="3931002334" sldId="289"/>
            <ac:picMk id="17" creationId="{B074154E-6189-7C51-8CFB-53F700B28F9E}"/>
          </ac:picMkLst>
        </pc:picChg>
      </pc:sldChg>
      <pc:sldChg chg="addSp delSp modSp add mod">
        <pc:chgData name="Артём Ишманов" userId="2d0ed64cc875ec4e" providerId="LiveId" clId="{62CB0C9B-FC33-46CD-9D0C-86349D9DF6B7}" dt="2026-01-14T05:16:38.551" v="104"/>
        <pc:sldMkLst>
          <pc:docMk/>
          <pc:sldMk cId="3901604098" sldId="290"/>
        </pc:sldMkLst>
        <pc:spChg chg="add del mod">
          <ac:chgData name="Артём Ишманов" userId="2d0ed64cc875ec4e" providerId="LiveId" clId="{62CB0C9B-FC33-46CD-9D0C-86349D9DF6B7}" dt="2026-01-14T05:16:23.528" v="101" actId="478"/>
          <ac:spMkLst>
            <pc:docMk/>
            <pc:sldMk cId="3901604098" sldId="290"/>
            <ac:spMk id="3" creationId="{ABFAD277-664A-90C3-C56E-072CFE8ACC84}"/>
          </ac:spMkLst>
        </pc:spChg>
        <pc:spChg chg="add del mod">
          <ac:chgData name="Артём Ишманов" userId="2d0ed64cc875ec4e" providerId="LiveId" clId="{62CB0C9B-FC33-46CD-9D0C-86349D9DF6B7}" dt="2026-01-14T05:16:23.528" v="101" actId="478"/>
          <ac:spMkLst>
            <pc:docMk/>
            <pc:sldMk cId="3901604098" sldId="290"/>
            <ac:spMk id="5" creationId="{B965F03D-FC66-F4FF-1258-9E0CEAEDA35F}"/>
          </ac:spMkLst>
        </pc:spChg>
        <pc:spChg chg="del">
          <ac:chgData name="Артём Ишманов" userId="2d0ed64cc875ec4e" providerId="LiveId" clId="{62CB0C9B-FC33-46CD-9D0C-86349D9DF6B7}" dt="2026-01-14T05:16:19.929" v="100" actId="478"/>
          <ac:spMkLst>
            <pc:docMk/>
            <pc:sldMk cId="3901604098" sldId="290"/>
            <ac:spMk id="6" creationId="{1494BE03-FBC2-5A01-30DE-A479CA69A883}"/>
          </ac:spMkLst>
        </pc:spChg>
        <pc:spChg chg="del">
          <ac:chgData name="Артём Ишманов" userId="2d0ed64cc875ec4e" providerId="LiveId" clId="{62CB0C9B-FC33-46CD-9D0C-86349D9DF6B7}" dt="2026-01-14T05:16:19.929" v="100" actId="478"/>
          <ac:spMkLst>
            <pc:docMk/>
            <pc:sldMk cId="3901604098" sldId="290"/>
            <ac:spMk id="7" creationId="{6B97089B-6E9F-C7C7-D7EF-F8408EA1288B}"/>
          </ac:spMkLst>
        </pc:spChg>
        <pc:spChg chg="del">
          <ac:chgData name="Артём Ишманов" userId="2d0ed64cc875ec4e" providerId="LiveId" clId="{62CB0C9B-FC33-46CD-9D0C-86349D9DF6B7}" dt="2026-01-14T05:16:19.929" v="100" actId="478"/>
          <ac:spMkLst>
            <pc:docMk/>
            <pc:sldMk cId="3901604098" sldId="290"/>
            <ac:spMk id="9" creationId="{799A9BEF-A51F-B46B-7681-82FC9372C796}"/>
          </ac:spMkLst>
        </pc:spChg>
        <pc:spChg chg="add mod">
          <ac:chgData name="Артём Ишманов" userId="2d0ed64cc875ec4e" providerId="LiveId" clId="{62CB0C9B-FC33-46CD-9D0C-86349D9DF6B7}" dt="2026-01-14T05:16:26.296" v="102"/>
          <ac:spMkLst>
            <pc:docMk/>
            <pc:sldMk cId="3901604098" sldId="290"/>
            <ac:spMk id="11" creationId="{3D2002A9-2C7E-9B36-D240-4DD4E40CD8E1}"/>
          </ac:spMkLst>
        </pc:spChg>
        <pc:spChg chg="add mod">
          <ac:chgData name="Артём Ишманов" userId="2d0ed64cc875ec4e" providerId="LiveId" clId="{62CB0C9B-FC33-46CD-9D0C-86349D9DF6B7}" dt="2026-01-14T05:16:38.551" v="104"/>
          <ac:spMkLst>
            <pc:docMk/>
            <pc:sldMk cId="3901604098" sldId="290"/>
            <ac:spMk id="14" creationId="{131CD0FB-42DD-49A5-981F-CE307A411650}"/>
          </ac:spMkLst>
        </pc:spChg>
        <pc:spChg chg="add mod">
          <ac:chgData name="Артём Ишманов" userId="2d0ed64cc875ec4e" providerId="LiveId" clId="{62CB0C9B-FC33-46CD-9D0C-86349D9DF6B7}" dt="2026-01-14T05:16:38.551" v="104"/>
          <ac:spMkLst>
            <pc:docMk/>
            <pc:sldMk cId="3901604098" sldId="290"/>
            <ac:spMk id="15" creationId="{EAD5F969-5591-3D2A-974F-813D9BCFD1C8}"/>
          </ac:spMkLst>
        </pc:spChg>
        <pc:picChg chg="del">
          <ac:chgData name="Артём Ишманов" userId="2d0ed64cc875ec4e" providerId="LiveId" clId="{62CB0C9B-FC33-46CD-9D0C-86349D9DF6B7}" dt="2026-01-14T05:16:19.929" v="100" actId="478"/>
          <ac:picMkLst>
            <pc:docMk/>
            <pc:sldMk cId="3901604098" sldId="290"/>
            <ac:picMk id="8" creationId="{3CB1F4B7-B86B-FA6D-5253-854DA6CFCD9D}"/>
          </ac:picMkLst>
        </pc:picChg>
        <pc:picChg chg="del">
          <ac:chgData name="Артём Ишманов" userId="2d0ed64cc875ec4e" providerId="LiveId" clId="{62CB0C9B-FC33-46CD-9D0C-86349D9DF6B7}" dt="2026-01-14T05:16:19.929" v="100" actId="478"/>
          <ac:picMkLst>
            <pc:docMk/>
            <pc:sldMk cId="3901604098" sldId="290"/>
            <ac:picMk id="10" creationId="{794E21F6-9CA3-988B-5598-CFCB806D6DDC}"/>
          </ac:picMkLst>
        </pc:picChg>
        <pc:picChg chg="add mod">
          <ac:chgData name="Артём Ишманов" userId="2d0ed64cc875ec4e" providerId="LiveId" clId="{62CB0C9B-FC33-46CD-9D0C-86349D9DF6B7}" dt="2026-01-14T05:16:26.296" v="102"/>
          <ac:picMkLst>
            <pc:docMk/>
            <pc:sldMk cId="3901604098" sldId="290"/>
            <ac:picMk id="12" creationId="{95A54DD4-5EBB-D9BC-9731-3741EA76DF32}"/>
          </ac:picMkLst>
        </pc:picChg>
        <pc:picChg chg="add mod">
          <ac:chgData name="Артём Ишманов" userId="2d0ed64cc875ec4e" providerId="LiveId" clId="{62CB0C9B-FC33-46CD-9D0C-86349D9DF6B7}" dt="2026-01-14T05:16:26.296" v="102"/>
          <ac:picMkLst>
            <pc:docMk/>
            <pc:sldMk cId="3901604098" sldId="290"/>
            <ac:picMk id="13" creationId="{4518C8B3-D5CF-6654-F9F7-69845B752EC8}"/>
          </ac:picMkLst>
        </pc:picChg>
        <pc:picChg chg="del">
          <ac:chgData name="Артём Ишманов" userId="2d0ed64cc875ec4e" providerId="LiveId" clId="{62CB0C9B-FC33-46CD-9D0C-86349D9DF6B7}" dt="2026-01-14T05:16:19.929" v="100" actId="478"/>
          <ac:picMkLst>
            <pc:docMk/>
            <pc:sldMk cId="3901604098" sldId="290"/>
            <ac:picMk id="16" creationId="{3A97B816-0621-C76A-9EC7-F464E2D468C6}"/>
          </ac:picMkLst>
        </pc:picChg>
      </pc:sldChg>
      <pc:sldChg chg="addSp delSp modSp add mod">
        <pc:chgData name="Артём Ишманов" userId="2d0ed64cc875ec4e" providerId="LiveId" clId="{62CB0C9B-FC33-46CD-9D0C-86349D9DF6B7}" dt="2026-01-14T05:16:59.461" v="111"/>
        <pc:sldMkLst>
          <pc:docMk/>
          <pc:sldMk cId="3831706133" sldId="291"/>
        </pc:sldMkLst>
        <pc:spChg chg="add del mod">
          <ac:chgData name="Артём Ишманов" userId="2d0ed64cc875ec4e" providerId="LiveId" clId="{62CB0C9B-FC33-46CD-9D0C-86349D9DF6B7}" dt="2026-01-14T05:16:47.700" v="108" actId="478"/>
          <ac:spMkLst>
            <pc:docMk/>
            <pc:sldMk cId="3831706133" sldId="291"/>
            <ac:spMk id="3" creationId="{B8118635-AED9-5C41-8038-45057C62D1EC}"/>
          </ac:spMkLst>
        </pc:spChg>
        <pc:spChg chg="add del mod">
          <ac:chgData name="Артём Ишманов" userId="2d0ed64cc875ec4e" providerId="LiveId" clId="{62CB0C9B-FC33-46CD-9D0C-86349D9DF6B7}" dt="2026-01-14T05:16:47.700" v="108" actId="478"/>
          <ac:spMkLst>
            <pc:docMk/>
            <pc:sldMk cId="3831706133" sldId="291"/>
            <ac:spMk id="5" creationId="{E21286DC-4083-EFB9-4369-025B454D5176}"/>
          </ac:spMkLst>
        </pc:spChg>
        <pc:spChg chg="add mod">
          <ac:chgData name="Артём Ишманов" userId="2d0ed64cc875ec4e" providerId="LiveId" clId="{62CB0C9B-FC33-46CD-9D0C-86349D9DF6B7}" dt="2026-01-14T05:16:50.060" v="109"/>
          <ac:spMkLst>
            <pc:docMk/>
            <pc:sldMk cId="3831706133" sldId="291"/>
            <ac:spMk id="6" creationId="{1295CA75-798F-5E6C-FF35-671F00CDF2DC}"/>
          </ac:spMkLst>
        </pc:spChg>
        <pc:spChg chg="add mod">
          <ac:chgData name="Артём Ишманов" userId="2d0ed64cc875ec4e" providerId="LiveId" clId="{62CB0C9B-FC33-46CD-9D0C-86349D9DF6B7}" dt="2026-01-14T05:16:50.060" v="109"/>
          <ac:spMkLst>
            <pc:docMk/>
            <pc:sldMk cId="3831706133" sldId="291"/>
            <ac:spMk id="7" creationId="{7BB61C08-73EF-4A88-16E8-DEA6DC2CC17A}"/>
          </ac:spMkLst>
        </pc:spChg>
        <pc:spChg chg="add mod">
          <ac:chgData name="Артём Ишманов" userId="2d0ed64cc875ec4e" providerId="LiveId" clId="{62CB0C9B-FC33-46CD-9D0C-86349D9DF6B7}" dt="2026-01-14T05:16:59.461" v="111"/>
          <ac:spMkLst>
            <pc:docMk/>
            <pc:sldMk cId="3831706133" sldId="291"/>
            <ac:spMk id="8" creationId="{FF139B20-57CB-0EAE-B10B-EE953528AE94}"/>
          </ac:spMkLst>
        </pc:spChg>
        <pc:spChg chg="add mod">
          <ac:chgData name="Артём Ишманов" userId="2d0ed64cc875ec4e" providerId="LiveId" clId="{62CB0C9B-FC33-46CD-9D0C-86349D9DF6B7}" dt="2026-01-14T05:16:59.461" v="111"/>
          <ac:spMkLst>
            <pc:docMk/>
            <pc:sldMk cId="3831706133" sldId="291"/>
            <ac:spMk id="9" creationId="{16D5876B-BD04-8AB4-19C7-4A356E365A8D}"/>
          </ac:spMkLst>
        </pc:spChg>
        <pc:spChg chg="del">
          <ac:chgData name="Артём Ишманов" userId="2d0ed64cc875ec4e" providerId="LiveId" clId="{62CB0C9B-FC33-46CD-9D0C-86349D9DF6B7}" dt="2026-01-14T05:16:46.336" v="107" actId="478"/>
          <ac:spMkLst>
            <pc:docMk/>
            <pc:sldMk cId="3831706133" sldId="291"/>
            <ac:spMk id="11" creationId="{3D2002A9-2C7E-9B36-D240-4DD4E40CD8E1}"/>
          </ac:spMkLst>
        </pc:spChg>
        <pc:spChg chg="del">
          <ac:chgData name="Артём Ишманов" userId="2d0ed64cc875ec4e" providerId="LiveId" clId="{62CB0C9B-FC33-46CD-9D0C-86349D9DF6B7}" dt="2026-01-14T05:16:46.336" v="107" actId="478"/>
          <ac:spMkLst>
            <pc:docMk/>
            <pc:sldMk cId="3831706133" sldId="291"/>
            <ac:spMk id="14" creationId="{131CD0FB-42DD-49A5-981F-CE307A411650}"/>
          </ac:spMkLst>
        </pc:spChg>
        <pc:spChg chg="del">
          <ac:chgData name="Артём Ишманов" userId="2d0ed64cc875ec4e" providerId="LiveId" clId="{62CB0C9B-FC33-46CD-9D0C-86349D9DF6B7}" dt="2026-01-14T05:16:46.336" v="107" actId="478"/>
          <ac:spMkLst>
            <pc:docMk/>
            <pc:sldMk cId="3831706133" sldId="291"/>
            <ac:spMk id="15" creationId="{EAD5F969-5591-3D2A-974F-813D9BCFD1C8}"/>
          </ac:spMkLst>
        </pc:spChg>
        <pc:picChg chg="del">
          <ac:chgData name="Артём Ишманов" userId="2d0ed64cc875ec4e" providerId="LiveId" clId="{62CB0C9B-FC33-46CD-9D0C-86349D9DF6B7}" dt="2026-01-14T05:16:46.336" v="107" actId="478"/>
          <ac:picMkLst>
            <pc:docMk/>
            <pc:sldMk cId="3831706133" sldId="291"/>
            <ac:picMk id="12" creationId="{95A54DD4-5EBB-D9BC-9731-3741EA76DF32}"/>
          </ac:picMkLst>
        </pc:picChg>
        <pc:picChg chg="del">
          <ac:chgData name="Артём Ишманов" userId="2d0ed64cc875ec4e" providerId="LiveId" clId="{62CB0C9B-FC33-46CD-9D0C-86349D9DF6B7}" dt="2026-01-14T05:16:46.336" v="107" actId="478"/>
          <ac:picMkLst>
            <pc:docMk/>
            <pc:sldMk cId="3831706133" sldId="291"/>
            <ac:picMk id="13" creationId="{4518C8B3-D5CF-6654-F9F7-69845B752EC8}"/>
          </ac:picMkLst>
        </pc:picChg>
      </pc:sldChg>
      <pc:sldChg chg="addSp delSp modSp add mod">
        <pc:chgData name="Артём Ишманов" userId="2d0ed64cc875ec4e" providerId="LiveId" clId="{62CB0C9B-FC33-46CD-9D0C-86349D9DF6B7}" dt="2026-01-14T05:17:44.663" v="123" actId="688"/>
        <pc:sldMkLst>
          <pc:docMk/>
          <pc:sldMk cId="2118352162" sldId="292"/>
        </pc:sldMkLst>
        <pc:spChg chg="add del mod">
          <ac:chgData name="Артём Ишманов" userId="2d0ed64cc875ec4e" providerId="LiveId" clId="{62CB0C9B-FC33-46CD-9D0C-86349D9DF6B7}" dt="2026-01-14T05:17:11.827" v="115" actId="478"/>
          <ac:spMkLst>
            <pc:docMk/>
            <pc:sldMk cId="2118352162" sldId="292"/>
            <ac:spMk id="3" creationId="{DB36AE66-F8F9-5EC6-F5DD-BAB968072686}"/>
          </ac:spMkLst>
        </pc:spChg>
        <pc:spChg chg="add del mod">
          <ac:chgData name="Артём Ишманов" userId="2d0ed64cc875ec4e" providerId="LiveId" clId="{62CB0C9B-FC33-46CD-9D0C-86349D9DF6B7}" dt="2026-01-14T05:17:11.827" v="115" actId="478"/>
          <ac:spMkLst>
            <pc:docMk/>
            <pc:sldMk cId="2118352162" sldId="292"/>
            <ac:spMk id="5" creationId="{A64EA83E-74BA-194E-2AC9-F8F800D9EC18}"/>
          </ac:spMkLst>
        </pc:spChg>
        <pc:spChg chg="del">
          <ac:chgData name="Артём Ишманов" userId="2d0ed64cc875ec4e" providerId="LiveId" clId="{62CB0C9B-FC33-46CD-9D0C-86349D9DF6B7}" dt="2026-01-14T05:17:11.054" v="114" actId="478"/>
          <ac:spMkLst>
            <pc:docMk/>
            <pc:sldMk cId="2118352162" sldId="292"/>
            <ac:spMk id="6" creationId="{1295CA75-798F-5E6C-FF35-671F00CDF2DC}"/>
          </ac:spMkLst>
        </pc:spChg>
        <pc:spChg chg="del">
          <ac:chgData name="Артём Ишманов" userId="2d0ed64cc875ec4e" providerId="LiveId" clId="{62CB0C9B-FC33-46CD-9D0C-86349D9DF6B7}" dt="2026-01-14T05:17:11.054" v="114" actId="478"/>
          <ac:spMkLst>
            <pc:docMk/>
            <pc:sldMk cId="2118352162" sldId="292"/>
            <ac:spMk id="7" creationId="{7BB61C08-73EF-4A88-16E8-DEA6DC2CC17A}"/>
          </ac:spMkLst>
        </pc:spChg>
        <pc:spChg chg="del">
          <ac:chgData name="Артём Ишманов" userId="2d0ed64cc875ec4e" providerId="LiveId" clId="{62CB0C9B-FC33-46CD-9D0C-86349D9DF6B7}" dt="2026-01-14T05:17:11.054" v="114" actId="478"/>
          <ac:spMkLst>
            <pc:docMk/>
            <pc:sldMk cId="2118352162" sldId="292"/>
            <ac:spMk id="8" creationId="{FF139B20-57CB-0EAE-B10B-EE953528AE94}"/>
          </ac:spMkLst>
        </pc:spChg>
        <pc:spChg chg="del">
          <ac:chgData name="Артём Ишманов" userId="2d0ed64cc875ec4e" providerId="LiveId" clId="{62CB0C9B-FC33-46CD-9D0C-86349D9DF6B7}" dt="2026-01-14T05:17:11.054" v="114" actId="478"/>
          <ac:spMkLst>
            <pc:docMk/>
            <pc:sldMk cId="2118352162" sldId="292"/>
            <ac:spMk id="9" creationId="{16D5876B-BD04-8AB4-19C7-4A356E365A8D}"/>
          </ac:spMkLst>
        </pc:spChg>
        <pc:spChg chg="add mod">
          <ac:chgData name="Артём Ишманов" userId="2d0ed64cc875ec4e" providerId="LiveId" clId="{62CB0C9B-FC33-46CD-9D0C-86349D9DF6B7}" dt="2026-01-14T05:17:16.326" v="118"/>
          <ac:spMkLst>
            <pc:docMk/>
            <pc:sldMk cId="2118352162" sldId="292"/>
            <ac:spMk id="10" creationId="{50D66580-1713-B98C-6D88-5DFC7B7AD6B2}"/>
          </ac:spMkLst>
        </pc:spChg>
        <pc:spChg chg="add mod">
          <ac:chgData name="Артём Ишманов" userId="2d0ed64cc875ec4e" providerId="LiveId" clId="{62CB0C9B-FC33-46CD-9D0C-86349D9DF6B7}" dt="2026-01-14T05:17:16.326" v="118"/>
          <ac:spMkLst>
            <pc:docMk/>
            <pc:sldMk cId="2118352162" sldId="292"/>
            <ac:spMk id="11" creationId="{2E545C36-904B-84FC-15E6-B72E6A9D486F}"/>
          </ac:spMkLst>
        </pc:spChg>
        <pc:spChg chg="add mod">
          <ac:chgData name="Артём Ишманов" userId="2d0ed64cc875ec4e" providerId="LiveId" clId="{62CB0C9B-FC33-46CD-9D0C-86349D9DF6B7}" dt="2026-01-14T05:17:44.663" v="123" actId="688"/>
          <ac:spMkLst>
            <pc:docMk/>
            <pc:sldMk cId="2118352162" sldId="292"/>
            <ac:spMk id="12" creationId="{0B1942DA-080F-3B80-C45E-31FE0749B775}"/>
          </ac:spMkLst>
        </pc:spChg>
      </pc:sldChg>
      <pc:sldChg chg="addSp delSp modSp add mod">
        <pc:chgData name="Артём Ишманов" userId="2d0ed64cc875ec4e" providerId="LiveId" clId="{62CB0C9B-FC33-46CD-9D0C-86349D9DF6B7}" dt="2026-01-14T05:17:58.692" v="129"/>
        <pc:sldMkLst>
          <pc:docMk/>
          <pc:sldMk cId="3547700633" sldId="293"/>
        </pc:sldMkLst>
        <pc:spChg chg="add del mod">
          <ac:chgData name="Артём Ишманов" userId="2d0ed64cc875ec4e" providerId="LiveId" clId="{62CB0C9B-FC33-46CD-9D0C-86349D9DF6B7}" dt="2026-01-14T05:17:55.448" v="128" actId="478"/>
          <ac:spMkLst>
            <pc:docMk/>
            <pc:sldMk cId="3547700633" sldId="293"/>
            <ac:spMk id="3" creationId="{D878100A-720C-820A-1493-49E6DEA460F2}"/>
          </ac:spMkLst>
        </pc:spChg>
        <pc:spChg chg="add del mod">
          <ac:chgData name="Артём Ишманов" userId="2d0ed64cc875ec4e" providerId="LiveId" clId="{62CB0C9B-FC33-46CD-9D0C-86349D9DF6B7}" dt="2026-01-14T05:17:55.448" v="128" actId="478"/>
          <ac:spMkLst>
            <pc:docMk/>
            <pc:sldMk cId="3547700633" sldId="293"/>
            <ac:spMk id="5" creationId="{2E8015A5-76AE-3426-33B2-43E68887952B}"/>
          </ac:spMkLst>
        </pc:spChg>
        <pc:spChg chg="add mod">
          <ac:chgData name="Артём Ишманов" userId="2d0ed64cc875ec4e" providerId="LiveId" clId="{62CB0C9B-FC33-46CD-9D0C-86349D9DF6B7}" dt="2026-01-14T05:17:58.692" v="129"/>
          <ac:spMkLst>
            <pc:docMk/>
            <pc:sldMk cId="3547700633" sldId="293"/>
            <ac:spMk id="6" creationId="{F6705B9E-FEE6-E8B9-54C2-8E04E67D04BB}"/>
          </ac:spMkLst>
        </pc:spChg>
        <pc:spChg chg="del">
          <ac:chgData name="Артём Ишманов" userId="2d0ed64cc875ec4e" providerId="LiveId" clId="{62CB0C9B-FC33-46CD-9D0C-86349D9DF6B7}" dt="2026-01-14T05:17:54.734" v="127" actId="478"/>
          <ac:spMkLst>
            <pc:docMk/>
            <pc:sldMk cId="3547700633" sldId="293"/>
            <ac:spMk id="10" creationId="{50D66580-1713-B98C-6D88-5DFC7B7AD6B2}"/>
          </ac:spMkLst>
        </pc:spChg>
        <pc:spChg chg="del">
          <ac:chgData name="Артём Ишманов" userId="2d0ed64cc875ec4e" providerId="LiveId" clId="{62CB0C9B-FC33-46CD-9D0C-86349D9DF6B7}" dt="2026-01-14T05:17:54.734" v="127" actId="478"/>
          <ac:spMkLst>
            <pc:docMk/>
            <pc:sldMk cId="3547700633" sldId="293"/>
            <ac:spMk id="11" creationId="{2E545C36-904B-84FC-15E6-B72E6A9D486F}"/>
          </ac:spMkLst>
        </pc:spChg>
        <pc:spChg chg="del">
          <ac:chgData name="Артём Ишманов" userId="2d0ed64cc875ec4e" providerId="LiveId" clId="{62CB0C9B-FC33-46CD-9D0C-86349D9DF6B7}" dt="2026-01-14T05:17:54.734" v="127" actId="478"/>
          <ac:spMkLst>
            <pc:docMk/>
            <pc:sldMk cId="3547700633" sldId="293"/>
            <ac:spMk id="12" creationId="{0B1942DA-080F-3B80-C45E-31FE0749B7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B578F-BB31-4B01-9435-5D1CBF4FABEB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2688C-F738-428A-9900-FBEC0DE5F0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14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2688C-F738-428A-9900-FBEC0DE5F04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808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2688C-F738-428A-9900-FBEC0DE5F04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047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2688C-F738-428A-9900-FBEC0DE5F04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758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2688C-F738-428A-9900-FBEC0DE5F04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664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2688C-F738-428A-9900-FBEC0DE5F04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838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2688C-F738-428A-9900-FBEC0DE5F04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229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2688C-F738-428A-9900-FBEC0DE5F04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87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2688C-F738-428A-9900-FBEC0DE5F04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695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2688C-F738-428A-9900-FBEC0DE5F04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018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2688C-F738-428A-9900-FBEC0DE5F04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277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40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3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55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23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212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52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803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31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415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027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51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B86FF-E6AB-48E9-8296-2A70ED998113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A317D-E397-42E1-A074-A91F0785F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48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7817682" y="427883"/>
            <a:ext cx="9144000" cy="2387600"/>
          </a:xfrm>
        </p:spPr>
        <p:txBody>
          <a:bodyPr>
            <a:normAutofit/>
          </a:bodyPr>
          <a:lstStyle/>
          <a:p>
            <a:r>
              <a:rPr lang="ru-RU" sz="1100" dirty="0">
                <a:solidFill>
                  <a:srgbClr val="7030A0"/>
                </a:solidFill>
              </a:rPr>
              <a:t>Отчет по проекту</a:t>
            </a:r>
            <a:br>
              <a:rPr lang="ru-RU" sz="1100" dirty="0">
                <a:solidFill>
                  <a:srgbClr val="7030A0"/>
                </a:solidFill>
              </a:rPr>
            </a:br>
            <a:r>
              <a:rPr lang="ru-RU" sz="1100" dirty="0">
                <a:solidFill>
                  <a:srgbClr val="7030A0"/>
                </a:solidFill>
              </a:rPr>
              <a:t>на тему </a:t>
            </a:r>
            <a:br>
              <a:rPr lang="ru-RU" sz="1100" dirty="0">
                <a:solidFill>
                  <a:srgbClr val="7030A0"/>
                </a:solidFill>
              </a:rPr>
            </a:br>
            <a:r>
              <a:rPr lang="ru-RU" sz="1100" dirty="0">
                <a:solidFill>
                  <a:srgbClr val="7030A0"/>
                </a:solidFill>
              </a:rPr>
              <a:t>«Игра на память»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471720" y="5912737"/>
            <a:ext cx="6963052" cy="845675"/>
          </a:xfrm>
        </p:spPr>
        <p:txBody>
          <a:bodyPr>
            <a:normAutofit/>
          </a:bodyPr>
          <a:lstStyle/>
          <a:p>
            <a:r>
              <a:rPr lang="ru-RU" sz="1100" dirty="0">
                <a:solidFill>
                  <a:srgbClr val="7030A0"/>
                </a:solidFill>
              </a:rPr>
              <a:t>Выполнили: </a:t>
            </a:r>
            <a:r>
              <a:rPr lang="ru-RU" sz="1100" dirty="0" err="1">
                <a:solidFill>
                  <a:srgbClr val="7030A0"/>
                </a:solidFill>
              </a:rPr>
              <a:t>Ишманов</a:t>
            </a:r>
            <a:r>
              <a:rPr lang="ru-RU" sz="1100" dirty="0">
                <a:solidFill>
                  <a:srgbClr val="7030A0"/>
                </a:solidFill>
              </a:rPr>
              <a:t>, Кирюхин, Щербаков, Верзун 23ИСП2</a:t>
            </a:r>
          </a:p>
        </p:txBody>
      </p:sp>
    </p:spTree>
    <p:extLst>
      <p:ext uri="{BB962C8B-B14F-4D97-AF65-F5344CB8AC3E}">
        <p14:creationId xmlns:p14="http://schemas.microsoft.com/office/powerpoint/2010/main" val="2101775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2060"/>
                </a:solidFill>
              </a:rPr>
              <a:t>Отчет по проекту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на тему 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«Игра на память»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228948" y="6012325"/>
            <a:ext cx="6963052" cy="845675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Выполнили: </a:t>
            </a:r>
            <a:r>
              <a:rPr lang="ru-RU" dirty="0" err="1">
                <a:solidFill>
                  <a:srgbClr val="002060"/>
                </a:solidFill>
              </a:rPr>
              <a:t>Ишманов</a:t>
            </a:r>
            <a:r>
              <a:rPr lang="ru-RU" dirty="0">
                <a:solidFill>
                  <a:srgbClr val="002060"/>
                </a:solidFill>
              </a:rPr>
              <a:t>, Кирюхин, Щербаков, Верзун 23ИСП2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EA77C41-AE4E-0CE6-E4B5-CF13E2754944}"/>
              </a:ext>
            </a:extLst>
          </p:cNvPr>
          <p:cNvSpPr txBox="1">
            <a:spLocks/>
          </p:cNvSpPr>
          <p:nvPr/>
        </p:nvSpPr>
        <p:spPr>
          <a:xfrm>
            <a:off x="-5304708" y="121209"/>
            <a:ext cx="5163105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100">
                <a:solidFill>
                  <a:srgbClr val="7030A0"/>
                </a:solidFill>
              </a:rPr>
              <a:t>Что планировалось?</a:t>
            </a:r>
            <a:endParaRPr lang="ru-RU" sz="1100" dirty="0">
              <a:solidFill>
                <a:srgbClr val="7030A0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4BB35DB-0767-AF81-87A9-2CA17F73C0A2}"/>
              </a:ext>
            </a:extLst>
          </p:cNvPr>
          <p:cNvSpPr txBox="1">
            <a:spLocks/>
          </p:cNvSpPr>
          <p:nvPr/>
        </p:nvSpPr>
        <p:spPr>
          <a:xfrm>
            <a:off x="992109" y="68580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>
                <a:solidFill>
                  <a:srgbClr val="7030A0"/>
                </a:solidFill>
              </a:rPr>
              <a:t>Планировалось создать приложение на платформе ПК, реализующее механику парной игры на запоминание с:</a:t>
            </a:r>
          </a:p>
          <a:p>
            <a:pPr lvl="1"/>
            <a:r>
              <a:rPr lang="ru-RU">
                <a:solidFill>
                  <a:srgbClr val="7030A0"/>
                </a:solidFill>
              </a:rPr>
              <a:t>Несколькими уровнями сложности </a:t>
            </a:r>
          </a:p>
          <a:p>
            <a:pPr lvl="1"/>
            <a:r>
              <a:rPr lang="ru-RU">
                <a:solidFill>
                  <a:srgbClr val="7030A0"/>
                </a:solidFill>
              </a:rPr>
              <a:t>Системой очков, валютой</a:t>
            </a:r>
          </a:p>
          <a:p>
            <a:pPr lvl="1"/>
            <a:r>
              <a:rPr lang="ru-RU">
                <a:solidFill>
                  <a:srgbClr val="7030A0"/>
                </a:solidFill>
              </a:rPr>
              <a:t>Магазином</a:t>
            </a:r>
          </a:p>
          <a:p>
            <a:pPr lvl="1"/>
            <a:r>
              <a:rPr lang="ru-RU">
                <a:solidFill>
                  <a:srgbClr val="7030A0"/>
                </a:solidFill>
              </a:rPr>
              <a:t>Возможностью кастомизации интерфейса. </a:t>
            </a:r>
          </a:p>
          <a:p>
            <a:r>
              <a:rPr lang="ru-RU">
                <a:solidFill>
                  <a:srgbClr val="7030A0"/>
                </a:solidFill>
              </a:rPr>
              <a:t>Продукт должен быть удобным в использовании, визуально привлекательным и соответствовать концепции юмористического, лёгкого стиля</a:t>
            </a:r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502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7F0EC5D4-C7E3-C4EC-5441-012F87DB499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51631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Что планировалось?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38087E60-183C-A01F-D5EA-F44FBBB0FCF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2060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2060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Планировалось создать приложение на платформе ПК, реализующее механику парной игры на запоминание с:</a:t>
            </a:r>
          </a:p>
          <a:p>
            <a:pPr lvl="1"/>
            <a:r>
              <a:rPr lang="ru-RU" dirty="0"/>
              <a:t>Несколькими уровнями сложности </a:t>
            </a:r>
          </a:p>
          <a:p>
            <a:pPr lvl="1"/>
            <a:r>
              <a:rPr lang="ru-RU" dirty="0"/>
              <a:t>Системой очков, валютой</a:t>
            </a:r>
          </a:p>
          <a:p>
            <a:pPr lvl="1"/>
            <a:r>
              <a:rPr lang="ru-RU" dirty="0"/>
              <a:t>Магазином</a:t>
            </a:r>
          </a:p>
          <a:p>
            <a:pPr lvl="1"/>
            <a:r>
              <a:rPr lang="ru-RU" dirty="0"/>
              <a:t>Возможностью кастомизации интерфейса. </a:t>
            </a:r>
          </a:p>
          <a:p>
            <a:r>
              <a:rPr lang="ru-RU" dirty="0"/>
              <a:t>Продукт должен быть удобным в использовании, визуально привлекательным и соответствовать концепции юмористического, лёгкого стиля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9867C698-4EC7-DE10-9FD5-19A3338EDFF1}"/>
              </a:ext>
            </a:extLst>
          </p:cNvPr>
          <p:cNvSpPr txBox="1">
            <a:spLocks/>
          </p:cNvSpPr>
          <p:nvPr/>
        </p:nvSpPr>
        <p:spPr>
          <a:xfrm>
            <a:off x="-5218129" y="168234"/>
            <a:ext cx="51453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7030A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Что было выполнено</a:t>
            </a:r>
            <a:endParaRPr lang="ru-RU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8448C9DD-80E4-7F67-4AF4-529EE7F83156}"/>
              </a:ext>
            </a:extLst>
          </p:cNvPr>
          <p:cNvSpPr txBox="1">
            <a:spLocks/>
          </p:cNvSpPr>
          <p:nvPr/>
        </p:nvSpPr>
        <p:spPr>
          <a:xfrm>
            <a:off x="696157" y="6858000"/>
            <a:ext cx="67657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>
                <a:solidFill>
                  <a:srgbClr val="7030A0"/>
                </a:solidFill>
              </a:rPr>
              <a:t>Была успешно создана механика поиска пар карточек.</a:t>
            </a:r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D8E5ABC-4F81-A664-58C8-4AEE3CDEF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86" y="6930941"/>
            <a:ext cx="1229324" cy="148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429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EDDC5-5E9E-EED2-0971-3115433140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Что было выполнено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F1A63C-86AB-0170-9558-812A2E13BEB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7657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2060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/>
              <a:t>Была успешно создана механика поиска пар карточек.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947F53-B945-51CF-FB62-BB2485FF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958" y="1317925"/>
            <a:ext cx="4433947" cy="5366737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E309E8B-AB3D-C1E6-67E5-F048BD7FF27E}"/>
              </a:ext>
            </a:extLst>
          </p:cNvPr>
          <p:cNvSpPr txBox="1">
            <a:spLocks/>
          </p:cNvSpPr>
          <p:nvPr/>
        </p:nvSpPr>
        <p:spPr>
          <a:xfrm>
            <a:off x="-5257800" y="338492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7030A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Что было выполнено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9740923-B0C7-9E52-1BF2-109902607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192000" y="6551721"/>
            <a:ext cx="1048416" cy="136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393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B90EAF4-725C-FAC9-75C9-92239576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Что было выполнено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5B2CAA-8FD1-341C-C86B-F88F68F77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442" y="951676"/>
            <a:ext cx="4544059" cy="5906324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6F278890-93D8-1CD5-6E0B-B6323BDBB497}"/>
              </a:ext>
            </a:extLst>
          </p:cNvPr>
          <p:cNvSpPr txBox="1">
            <a:spLocks/>
          </p:cNvSpPr>
          <p:nvPr/>
        </p:nvSpPr>
        <p:spPr>
          <a:xfrm>
            <a:off x="-5502948" y="365125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olidFill>
                  <a:srgbClr val="7030A0"/>
                </a:solidFill>
              </a:rPr>
              <a:t>Что было выполнено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63C6E7E6-F5B1-D37F-11D1-690FC017B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29" y="6858000"/>
            <a:ext cx="4920916" cy="1077373"/>
          </a:xfrm>
        </p:spPr>
        <p:txBody>
          <a:bodyPr/>
          <a:lstStyle/>
          <a:p>
            <a:r>
              <a:rPr lang="ru-RU" dirty="0">
                <a:solidFill>
                  <a:srgbClr val="7030A0"/>
                </a:solidFill>
              </a:rPr>
              <a:t>Были успешно добавлены уровни сложности.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9F31F60-9C90-23B5-D7F6-40969F97D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547088" y="6855551"/>
            <a:ext cx="1882065" cy="188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20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1C7674A-A59B-BA31-7B2C-EC7ECE37D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Что было выполнено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C6B699E-916E-C10F-4236-2E2EBC6EE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0916" cy="4351338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Были успешно добавлены уровни сложности.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6C62FD-DCCA-E6FF-E981-1B5302809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458" y="1825626"/>
            <a:ext cx="6536914" cy="4351337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3C91CA3-6BF8-BEDA-BAB5-1FA2785CBE92}"/>
              </a:ext>
            </a:extLst>
          </p:cNvPr>
          <p:cNvSpPr txBox="1">
            <a:spLocks/>
          </p:cNvSpPr>
          <p:nvPr/>
        </p:nvSpPr>
        <p:spPr>
          <a:xfrm>
            <a:off x="-1526959" y="-1482550"/>
            <a:ext cx="53406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olidFill>
                  <a:srgbClr val="7030A0"/>
                </a:solidFill>
              </a:rPr>
              <a:t>Что было выполнено</a:t>
            </a:r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1A52BA7-45A0-1F7E-3755-F0B157470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-1639537"/>
            <a:ext cx="1293091" cy="163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52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E3AEE71-B3BE-244F-51A8-FC71E24C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Что было выполнено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7B7C99-AED3-2686-D9EC-1CED7F39A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728" y="1690688"/>
            <a:ext cx="3343742" cy="4239595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CF22646-2B9F-C7D9-5B10-4C42F170D85A}"/>
              </a:ext>
            </a:extLst>
          </p:cNvPr>
          <p:cNvSpPr txBox="1">
            <a:spLocks/>
          </p:cNvSpPr>
          <p:nvPr/>
        </p:nvSpPr>
        <p:spPr>
          <a:xfrm>
            <a:off x="-5257800" y="-1343670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olidFill>
                  <a:srgbClr val="7030A0"/>
                </a:solidFill>
              </a:rPr>
              <a:t>Что было выполнено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50DC2342-3A27-BE6B-7C04-08C566A3C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719737" y="1951144"/>
            <a:ext cx="3719737" cy="1015229"/>
          </a:xfrm>
        </p:spPr>
        <p:txBody>
          <a:bodyPr>
            <a:normAutofit fontScale="92500"/>
          </a:bodyPr>
          <a:lstStyle/>
          <a:p>
            <a:r>
              <a:rPr lang="ru-RU" dirty="0">
                <a:solidFill>
                  <a:srgbClr val="7030A0"/>
                </a:solidFill>
              </a:rPr>
              <a:t>Была введена система получения очков.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88AFE29-D50C-BAD4-A94E-AF22A9087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67308" y="6858000"/>
            <a:ext cx="1467308" cy="165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84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7A926AE-60E3-B13B-0A9D-728930D6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Что было выполнено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382FDBA-2F5E-1DC6-23B9-8A247950E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0916" cy="4351338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Была введена система получения очков.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F454E87-D1AD-DEF6-4FDB-7262E20B4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657" y="1690688"/>
            <a:ext cx="6700810" cy="4911294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82FD8A8-51B1-EAC7-2478-DA78947FC7AF}"/>
              </a:ext>
            </a:extLst>
          </p:cNvPr>
          <p:cNvSpPr txBox="1">
            <a:spLocks/>
          </p:cNvSpPr>
          <p:nvPr/>
        </p:nvSpPr>
        <p:spPr>
          <a:xfrm>
            <a:off x="-5232456" y="-1269507"/>
            <a:ext cx="5232456" cy="1269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olidFill>
                  <a:srgbClr val="7030A0"/>
                </a:solidFill>
              </a:rPr>
              <a:t>Что было выполнено</a:t>
            </a:r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080C07-05DA-EC14-3998-380669074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6852034"/>
            <a:ext cx="2261636" cy="81063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2C87834-070A-EBCF-5569-99CBEF11B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-753075"/>
            <a:ext cx="2101038" cy="7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33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5B9ADE0-3CDC-BB3C-8AD2-AFD6EFD7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Что было выполнено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FB930EE-8AE7-AFBB-E1E1-54F7DF303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267" y="2003605"/>
            <a:ext cx="4267795" cy="152970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BDA2C0F-BA30-F1D3-4DE6-523546B41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268" y="3846085"/>
            <a:ext cx="4267796" cy="1529706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3A5A145-8613-CF89-A44E-6FF836E4BF8F}"/>
              </a:ext>
            </a:extLst>
          </p:cNvPr>
          <p:cNvSpPr txBox="1">
            <a:spLocks/>
          </p:cNvSpPr>
          <p:nvPr/>
        </p:nvSpPr>
        <p:spPr>
          <a:xfrm>
            <a:off x="-5151590" y="-1285744"/>
            <a:ext cx="5151590" cy="1285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olidFill>
                  <a:srgbClr val="7030A0"/>
                </a:solidFill>
              </a:rPr>
              <a:t>Что было выполнено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6DE0D1D4-5B7C-CFC5-AE0A-0BD98CA98CFB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>
            <a:off x="-4899037" y="6858000"/>
            <a:ext cx="4899037" cy="1911874"/>
          </a:xfrm>
        </p:spPr>
        <p:txBody>
          <a:bodyPr/>
          <a:lstStyle/>
          <a:p>
            <a:r>
              <a:rPr lang="ru-RU" dirty="0">
                <a:solidFill>
                  <a:srgbClr val="7030A0"/>
                </a:solidFill>
              </a:rPr>
              <a:t>Была создана системы траты игровых очков и кастомизации интерфейса купленными стилями.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074154E-6189-7C51-8CFB-53F700B28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6858000"/>
            <a:ext cx="1423682" cy="159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228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494BE03-FBC2-5A01-30DE-A479CA69A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Что было выполнено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6B97089B-6E9F-C7C7-D7EF-F8408EA1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0916" cy="4351338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Была создана системы траты игровых очков и кастомизации интерфейса купленными стилями.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CB1F4B7-B86B-FA6D-5253-854DA6CFC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86" y="1437529"/>
            <a:ext cx="5576653" cy="5127530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99A9BEF-A51F-B46B-7681-82FC9372C796}"/>
              </a:ext>
            </a:extLst>
          </p:cNvPr>
          <p:cNvSpPr txBox="1">
            <a:spLocks/>
          </p:cNvSpPr>
          <p:nvPr/>
        </p:nvSpPr>
        <p:spPr>
          <a:xfrm>
            <a:off x="-5257800" y="0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olidFill>
                  <a:srgbClr val="7030A0"/>
                </a:solidFill>
              </a:rPr>
              <a:t>Что было выполнено</a:t>
            </a:r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4E21F6-9CA3-988B-5598-CFCB806D6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78460" y="6858000"/>
            <a:ext cx="1178460" cy="150972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A97B816-0621-C76A-9EC7-F464E2D46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6858000"/>
            <a:ext cx="103470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023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3D2002A9-2C7E-9B36-D240-4DD4E40CD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Что было выполнено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5A54DD4-5EBB-D9BC-9731-3741EA76D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764" y="1690688"/>
            <a:ext cx="3212038" cy="411494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518C8B3-D5CF-6654-F9F7-69845B752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880" y="1690688"/>
            <a:ext cx="3212037" cy="4114947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131CD0FB-42DD-49A5-981F-CE307A411650}"/>
              </a:ext>
            </a:extLst>
          </p:cNvPr>
          <p:cNvSpPr txBox="1">
            <a:spLocks/>
          </p:cNvSpPr>
          <p:nvPr/>
        </p:nvSpPr>
        <p:spPr>
          <a:xfrm>
            <a:off x="-105156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olidFill>
                  <a:srgbClr val="7030A0"/>
                </a:solidFill>
              </a:rPr>
              <a:t>С какими трудностями мы столкнулись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EAD5F969-5591-3D2A-974F-813D9BCFD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0" y="1690688"/>
            <a:ext cx="10515600" cy="4351338"/>
          </a:xfrm>
        </p:spPr>
        <p:txBody>
          <a:bodyPr/>
          <a:lstStyle/>
          <a:p>
            <a:r>
              <a:rPr lang="ru-RU" dirty="0">
                <a:solidFill>
                  <a:srgbClr val="7030A0"/>
                </a:solidFill>
              </a:rPr>
              <a:t>Пришлось изучить возможные способы создания игры на </a:t>
            </a:r>
            <a:r>
              <a:rPr lang="en-US" dirty="0">
                <a:solidFill>
                  <a:srgbClr val="7030A0"/>
                </a:solidFill>
              </a:rPr>
              <a:t>C++</a:t>
            </a:r>
            <a:r>
              <a:rPr lang="ru-RU" dirty="0">
                <a:solidFill>
                  <a:srgbClr val="7030A0"/>
                </a:solidFill>
              </a:rPr>
              <a:t>, а также изучить работу с выбранным </a:t>
            </a:r>
            <a:r>
              <a:rPr lang="ru-RU" dirty="0" err="1">
                <a:solidFill>
                  <a:srgbClr val="7030A0"/>
                </a:solidFill>
              </a:rPr>
              <a:t>фреймворком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en-US" dirty="0">
                <a:solidFill>
                  <a:srgbClr val="7030A0"/>
                </a:solidFill>
              </a:rPr>
              <a:t>QT.</a:t>
            </a:r>
            <a:endParaRPr lang="ru-RU" dirty="0">
              <a:solidFill>
                <a:srgbClr val="7030A0"/>
              </a:solidFill>
            </a:endParaRPr>
          </a:p>
          <a:p>
            <a:r>
              <a:rPr lang="ru-RU" dirty="0">
                <a:solidFill>
                  <a:srgbClr val="7030A0"/>
                </a:solidFill>
              </a:rPr>
              <a:t>Необходимо было продумать логику начисления и хранения игровой валюты, а также её траты.</a:t>
            </a:r>
          </a:p>
          <a:p>
            <a:r>
              <a:rPr lang="ru-RU" dirty="0">
                <a:solidFill>
                  <a:srgbClr val="7030A0"/>
                </a:solidFill>
              </a:rPr>
              <a:t>Нужно было понять то, как хранить выбранные настройки и то, какие стили были куплены пользователем и выбраны.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ru-RU" dirty="0">
                <a:solidFill>
                  <a:srgbClr val="7030A0"/>
                </a:solidFill>
              </a:rPr>
              <a:t>Нужно было соблюдать одинаковый стиль интерфейса, а также подбирать картинки в одной стилистике.</a:t>
            </a:r>
          </a:p>
        </p:txBody>
      </p:sp>
    </p:spTree>
    <p:extLst>
      <p:ext uri="{BB962C8B-B14F-4D97-AF65-F5344CB8AC3E}">
        <p14:creationId xmlns:p14="http://schemas.microsoft.com/office/powerpoint/2010/main" val="39016040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295CA75-798F-5E6C-FF35-671F00CD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С какими трудностями мы столкнулись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7BB61C08-73EF-4A88-16E8-DEA6DC2CC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Пришлось изучить возможные способы создания игры на </a:t>
            </a:r>
            <a:r>
              <a:rPr lang="en-US" dirty="0">
                <a:solidFill>
                  <a:srgbClr val="002060"/>
                </a:solidFill>
              </a:rPr>
              <a:t>C++</a:t>
            </a:r>
            <a:r>
              <a:rPr lang="ru-RU" dirty="0">
                <a:solidFill>
                  <a:srgbClr val="002060"/>
                </a:solidFill>
              </a:rPr>
              <a:t>, а также изучить работу с выбранным </a:t>
            </a:r>
            <a:r>
              <a:rPr lang="ru-RU" dirty="0" err="1">
                <a:solidFill>
                  <a:srgbClr val="002060"/>
                </a:solidFill>
              </a:rPr>
              <a:t>фреймворком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QT.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Необходимо было продумать логику начисления и хранения игровой валюты, а также её траты.</a:t>
            </a:r>
          </a:p>
          <a:p>
            <a:r>
              <a:rPr lang="ru-RU" dirty="0">
                <a:solidFill>
                  <a:srgbClr val="002060"/>
                </a:solidFill>
              </a:rPr>
              <a:t>Нужно было понять то, как хранить выбранные настройки и то, какие стили были куплены пользователем и выбраны.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Нужно было соблюдать одинаковый стиль интерфейса, а также подбирать картинки в одной стилистике.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F139B20-57CB-0EAE-B10B-EE953528AE94}"/>
              </a:ext>
            </a:extLst>
          </p:cNvPr>
          <p:cNvSpPr txBox="1">
            <a:spLocks/>
          </p:cNvSpPr>
          <p:nvPr/>
        </p:nvSpPr>
        <p:spPr>
          <a:xfrm>
            <a:off x="12192000" y="2131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olidFill>
                  <a:srgbClr val="7030A0"/>
                </a:solidFill>
              </a:rPr>
              <a:t>Кто за что отвечал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6D5876B-BD04-8AB4-19C7-4A356E365A8D}"/>
              </a:ext>
            </a:extLst>
          </p:cNvPr>
          <p:cNvSpPr txBox="1">
            <a:spLocks/>
          </p:cNvSpPr>
          <p:nvPr/>
        </p:nvSpPr>
        <p:spPr>
          <a:xfrm>
            <a:off x="-10520082" y="15387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>
                <a:solidFill>
                  <a:srgbClr val="7030A0"/>
                </a:solidFill>
              </a:rPr>
              <a:t>Никита – планирование этапов проекта, распределение задач, слежка за сроками выполнения.</a:t>
            </a:r>
          </a:p>
          <a:p>
            <a:r>
              <a:rPr lang="ru-RU">
                <a:solidFill>
                  <a:srgbClr val="7030A0"/>
                </a:solidFill>
              </a:rPr>
              <a:t>Анатолий – отвечал за структуру и качество кода.</a:t>
            </a:r>
          </a:p>
          <a:p>
            <a:r>
              <a:rPr lang="ru-RU">
                <a:solidFill>
                  <a:srgbClr val="7030A0"/>
                </a:solidFill>
              </a:rPr>
              <a:t>Артём – реализовал основной функционал, писал и тестировал код.</a:t>
            </a:r>
          </a:p>
          <a:p>
            <a:r>
              <a:rPr lang="ru-RU">
                <a:solidFill>
                  <a:srgbClr val="7030A0"/>
                </a:solidFill>
              </a:rPr>
              <a:t>Максим – разработал интерфейс.</a:t>
            </a:r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706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0D66580-1713-B98C-6D88-5DFC7B7A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Кто за что отвечал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2E545C36-904B-84FC-15E6-B72E6A9D4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Никита – планирование этапов проекта, распределение задач, слежка за сроками выполнения.</a:t>
            </a:r>
          </a:p>
          <a:p>
            <a:r>
              <a:rPr lang="ru-RU" dirty="0">
                <a:solidFill>
                  <a:srgbClr val="002060"/>
                </a:solidFill>
              </a:rPr>
              <a:t>Анатолий – отвечал за структуру и качество кода.</a:t>
            </a:r>
          </a:p>
          <a:p>
            <a:r>
              <a:rPr lang="ru-RU" dirty="0">
                <a:solidFill>
                  <a:srgbClr val="002060"/>
                </a:solidFill>
              </a:rPr>
              <a:t>Артём – реализовал основной функционал, писал и тестировал код.</a:t>
            </a:r>
          </a:p>
          <a:p>
            <a:r>
              <a:rPr lang="ru-RU" dirty="0">
                <a:solidFill>
                  <a:srgbClr val="002060"/>
                </a:solidFill>
              </a:rPr>
              <a:t>Максим – разработал интерфейс.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B1942DA-080F-3B80-C45E-31FE0749B775}"/>
              </a:ext>
            </a:extLst>
          </p:cNvPr>
          <p:cNvSpPr txBox="1">
            <a:spLocks/>
          </p:cNvSpPr>
          <p:nvPr/>
        </p:nvSpPr>
        <p:spPr>
          <a:xfrm rot="10800000">
            <a:off x="926977" y="-16906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6600">
                <a:solidFill>
                  <a:srgbClr val="002060"/>
                </a:solidFill>
              </a:rPr>
              <a:t>Спасибо за внимание!!!</a:t>
            </a:r>
            <a:endParaRPr lang="ru-RU" sz="6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352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6705B9E-FEE6-E8B9-54C2-8E04E67D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77" y="241586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600" dirty="0">
                <a:solidFill>
                  <a:srgbClr val="002060"/>
                </a:solidFill>
              </a:rPr>
              <a:t>Спасибо за внимание!!!</a:t>
            </a:r>
          </a:p>
        </p:txBody>
      </p:sp>
    </p:spTree>
    <p:extLst>
      <p:ext uri="{BB962C8B-B14F-4D97-AF65-F5344CB8AC3E}">
        <p14:creationId xmlns:p14="http://schemas.microsoft.com/office/powerpoint/2010/main" val="35477006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500</Words>
  <Application>Microsoft Office PowerPoint</Application>
  <PresentationFormat>Широкоэкранный</PresentationFormat>
  <Paragraphs>74</Paragraphs>
  <Slides>14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Отчет по проекту на тему  «Игра на память»</vt:lpstr>
      <vt:lpstr>Отчет по проекту на тему  «Игра на память»</vt:lpstr>
      <vt:lpstr>Презентация PowerPoint</vt:lpstr>
      <vt:lpstr>Презентация PowerPoint</vt:lpstr>
      <vt:lpstr>Что было выполнено</vt:lpstr>
      <vt:lpstr>Что было выполнено</vt:lpstr>
      <vt:lpstr>Что было выполнено</vt:lpstr>
      <vt:lpstr>Что было выполнено</vt:lpstr>
      <vt:lpstr>Что было выполнено</vt:lpstr>
      <vt:lpstr>Что было выполнено</vt:lpstr>
      <vt:lpstr>Что было выполнено</vt:lpstr>
      <vt:lpstr>С какими трудностями мы столкнулись</vt:lpstr>
      <vt:lpstr>Кто за что отвечал</vt:lpstr>
      <vt:lpstr>Спасибо за внимание!!!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проекту на тему  «Игра на память»</dc:title>
  <dc:creator>Boss</dc:creator>
  <cp:lastModifiedBy>Артём Ишманов</cp:lastModifiedBy>
  <cp:revision>73</cp:revision>
  <dcterms:created xsi:type="dcterms:W3CDTF">2025-11-08T14:32:51Z</dcterms:created>
  <dcterms:modified xsi:type="dcterms:W3CDTF">2026-01-14T05:20:36Z</dcterms:modified>
</cp:coreProperties>
</file>